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3"/>
    <p:sldMasterId id="2147483702" r:id="rId4"/>
  </p:sldMasterIdLst>
  <p:notesMasterIdLst>
    <p:notesMasterId r:id="rId8"/>
  </p:notesMasterIdLst>
  <p:sldIdLst>
    <p:sldId id="256" r:id="rId5"/>
    <p:sldId id="265" r:id="rId6"/>
    <p:sldId id="266" r:id="rId7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55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348B"/>
    <a:srgbClr val="F56F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7" autoAdjust="0"/>
    <p:restoredTop sz="88964" autoAdjust="0"/>
  </p:normalViewPr>
  <p:slideViewPr>
    <p:cSldViewPr snapToGrid="0">
      <p:cViewPr varScale="1">
        <p:scale>
          <a:sx n="82" d="100"/>
          <a:sy n="82" d="100"/>
        </p:scale>
        <p:origin x="920" y="48"/>
      </p:cViewPr>
      <p:guideLst>
        <p:guide orient="horz" pos="1620"/>
        <p:guide pos="5516"/>
      </p:guideLst>
    </p:cSldViewPr>
  </p:slideViewPr>
  <p:outlineViewPr>
    <p:cViewPr>
      <p:scale>
        <a:sx n="33" d="100"/>
        <a:sy n="33" d="100"/>
      </p:scale>
      <p:origin x="0" y="-21964"/>
    </p:cViewPr>
  </p:outlin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494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F02CA-77CB-4E54-B712-21E588799EE8}" type="datetimeFigureOut">
              <a:rPr lang="de-DE" smtClean="0"/>
              <a:t>07.02.2026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F729A-0AF0-4995-B32B-9504BC6896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79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4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68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52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36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20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04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88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720" algn="l" defTabSz="68568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F729A-0AF0-4995-B32B-9504BC68960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0510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F729A-0AF0-4995-B32B-9504BC68960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8096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4"/>
          <p:cNvSpPr>
            <a:spLocks noGrp="1"/>
          </p:cNvSpPr>
          <p:nvPr>
            <p:ph type="pic" sz="quarter" idx="10" hasCustomPrompt="1"/>
          </p:nvPr>
        </p:nvSpPr>
        <p:spPr>
          <a:xfrm>
            <a:off x="337309" y="2941455"/>
            <a:ext cx="8465345" cy="1768431"/>
          </a:xfrm>
          <a:prstGeom prst="round2DiagRect">
            <a:avLst>
              <a:gd name="adj1" fmla="val 0"/>
              <a:gd name="adj2" fmla="val 8317"/>
            </a:avLst>
          </a:prstGeom>
          <a:solidFill>
            <a:srgbClr val="FF99FF"/>
          </a:solidFill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de-DE" dirty="0"/>
              <a:t>Fügen Sie auf der Masterfolie ein frei wählbares Bild ein.</a:t>
            </a: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6C188393-F356-4F5D-80C7-5DAA7302C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76" y="4826106"/>
            <a:ext cx="17272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de-DE" altLang="de-DE" sz="1600" b="1" dirty="0">
                <a:solidFill>
                  <a:schemeClr val="tx1"/>
                </a:solidFill>
              </a:rPr>
              <a:t>www.kit.edu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537A5579-09BA-4663-B67D-33B1542057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9747" y="4895776"/>
            <a:ext cx="3606670" cy="126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r>
              <a:rPr lang="de-DE" sz="825" noProof="0" dirty="0">
                <a:solidFill>
                  <a:schemeClr val="tx1"/>
                </a:solidFill>
              </a:rPr>
              <a:t>KIT – Die Forschungsuniversität in der Helmholtz-Gemeinschaft</a:t>
            </a:r>
            <a:endParaRPr lang="en-US" sz="825" noProof="0" dirty="0">
              <a:solidFill>
                <a:schemeClr val="tx1"/>
              </a:solidFill>
            </a:endParaRPr>
          </a:p>
        </p:txBody>
      </p:sp>
      <p:sp>
        <p:nvSpPr>
          <p:cNvPr id="16" name="Textplatzhalt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37309" y="1324219"/>
            <a:ext cx="8465345" cy="935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599" b="1">
                <a:solidFill>
                  <a:schemeClr val="tx1"/>
                </a:solidFill>
              </a:defRPr>
            </a:lvl1pPr>
            <a:lvl2pPr marL="355484" indent="0">
              <a:buFont typeface="Arial" panose="020B0604020202020204" pitchFamily="34" charset="0"/>
              <a:buNone/>
              <a:defRPr sz="2599" b="1"/>
            </a:lvl2pPr>
            <a:lvl3pPr marL="717317" indent="0">
              <a:buFont typeface="Arial" panose="020B0604020202020204" pitchFamily="34" charset="0"/>
              <a:buNone/>
              <a:defRPr sz="2599" b="1"/>
            </a:lvl3pPr>
            <a:lvl4pPr marL="1072802" indent="0">
              <a:buFont typeface="Arial" panose="020B0604020202020204" pitchFamily="34" charset="0"/>
              <a:buNone/>
              <a:defRPr sz="2599" b="1"/>
            </a:lvl4pPr>
            <a:lvl5pPr marL="1434634" indent="0">
              <a:buFont typeface="Arial" panose="020B0604020202020204" pitchFamily="34" charset="0"/>
              <a:buNone/>
              <a:defRPr sz="2599" b="1"/>
            </a:lvl5pPr>
          </a:lstStyle>
          <a:p>
            <a:pPr lvl="0"/>
            <a:r>
              <a:rPr lang="de-DE" dirty="0"/>
              <a:t>Folientitel: Arial 26pt </a:t>
            </a:r>
            <a:r>
              <a:rPr lang="de-DE" dirty="0" err="1"/>
              <a:t>bold</a:t>
            </a:r>
            <a:endParaRPr lang="de-DE" dirty="0"/>
          </a:p>
        </p:txBody>
      </p:sp>
      <p:sp>
        <p:nvSpPr>
          <p:cNvPr id="25" name="Textplatzhalt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337309" y="2259609"/>
            <a:ext cx="5320541" cy="5099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799" b="1" i="0" baseline="0">
                <a:solidFill>
                  <a:schemeClr val="tx1"/>
                </a:solidFill>
              </a:defRPr>
            </a:lvl1pPr>
            <a:lvl2pPr marL="355484" indent="0">
              <a:buFont typeface="Arial" panose="020B0604020202020204" pitchFamily="34" charset="0"/>
              <a:buNone/>
              <a:defRPr sz="1799" b="1" i="0"/>
            </a:lvl2pPr>
            <a:lvl3pPr marL="717317" indent="0">
              <a:buFont typeface="Arial" panose="020B0604020202020204" pitchFamily="34" charset="0"/>
              <a:buNone/>
              <a:defRPr sz="1799" b="1" i="0"/>
            </a:lvl3pPr>
            <a:lvl4pPr marL="1072802" indent="0">
              <a:buFont typeface="Arial" panose="020B0604020202020204" pitchFamily="34" charset="0"/>
              <a:buNone/>
              <a:defRPr sz="1799" b="1" i="0"/>
            </a:lvl4pPr>
            <a:lvl5pPr marL="1434634" indent="0">
              <a:buFont typeface="Arial" panose="020B0604020202020204" pitchFamily="34" charset="0"/>
              <a:buNone/>
              <a:defRPr sz="1799" b="1" i="0"/>
            </a:lvl5pPr>
          </a:lstStyle>
          <a:p>
            <a:pPr lvl="0"/>
            <a:r>
              <a:rPr lang="de-DE" dirty="0"/>
              <a:t>Unterzeile: Arial 18pt </a:t>
            </a:r>
            <a:r>
              <a:rPr lang="de-DE" dirty="0" err="1"/>
              <a:t>bold</a:t>
            </a:r>
            <a:br>
              <a:rPr lang="de-DE" dirty="0"/>
            </a:br>
            <a:r>
              <a:rPr lang="de-DE" dirty="0"/>
              <a:t>(Auch zweizeilig möglich)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A51F253-CE7F-410A-BD80-985B77CA66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7309" y="337507"/>
            <a:ext cx="1687433" cy="60383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424F3C6-9FB5-42A2-98E8-F22D7B193F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21" y="311118"/>
            <a:ext cx="1687433" cy="603471"/>
          </a:xfrm>
          <a:prstGeom prst="rect">
            <a:avLst/>
          </a:prstGeom>
        </p:spPr>
      </p:pic>
      <p:sp>
        <p:nvSpPr>
          <p:cNvPr id="9" name="Textplatzhalter 25">
            <a:extLst>
              <a:ext uri="{FF2B5EF4-FFF2-40B4-BE49-F238E27FC236}">
                <a16:creationId xmlns:a16="http://schemas.microsoft.com/office/drawing/2014/main" id="{4D0E2127-6BBA-40E9-A1D2-C92FD8F403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4850" y="2266873"/>
            <a:ext cx="3017804" cy="5099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 b="1" i="0" baseline="0">
                <a:solidFill>
                  <a:schemeClr val="tx1"/>
                </a:solidFill>
              </a:defRPr>
            </a:lvl1pPr>
            <a:lvl2pPr marL="355484" indent="0">
              <a:buFont typeface="Arial" panose="020B0604020202020204" pitchFamily="34" charset="0"/>
              <a:buNone/>
              <a:defRPr sz="1799" b="1" i="0"/>
            </a:lvl2pPr>
            <a:lvl3pPr marL="717317" indent="0">
              <a:buFont typeface="Arial" panose="020B0604020202020204" pitchFamily="34" charset="0"/>
              <a:buNone/>
              <a:defRPr sz="1799" b="1" i="0"/>
            </a:lvl3pPr>
            <a:lvl4pPr marL="1072802" indent="0">
              <a:buFont typeface="Arial" panose="020B0604020202020204" pitchFamily="34" charset="0"/>
              <a:buNone/>
              <a:defRPr sz="1799" b="1" i="0"/>
            </a:lvl4pPr>
            <a:lvl5pPr marL="1434634" indent="0">
              <a:buFont typeface="Arial" panose="020B0604020202020204" pitchFamily="34" charset="0"/>
              <a:buNone/>
              <a:defRPr sz="1799" b="1" i="0"/>
            </a:lvl5pPr>
          </a:lstStyle>
          <a:p>
            <a:pPr lvl="0"/>
            <a:r>
              <a:rPr lang="de-DE" dirty="0"/>
              <a:t>Name</a:t>
            </a:r>
          </a:p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2795876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ussdiagramm: Manuelle Eingabe 7">
            <a:extLst>
              <a:ext uri="{FF2B5EF4-FFF2-40B4-BE49-F238E27FC236}">
                <a16:creationId xmlns:a16="http://schemas.microsoft.com/office/drawing/2014/main" id="{2F922EA5-889F-47F2-82CC-FF2C422537D9}"/>
              </a:ext>
            </a:extLst>
          </p:cNvPr>
          <p:cNvSpPr/>
          <p:nvPr userDrawn="1"/>
        </p:nvSpPr>
        <p:spPr>
          <a:xfrm>
            <a:off x="-13930" y="1593795"/>
            <a:ext cx="9157930" cy="3559176"/>
          </a:xfrm>
          <a:prstGeom prst="flowChartManualInpu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DE3BB3-9796-45AA-9D6E-7F917CC83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93DF1E-B8F1-42C9-B833-3E34B4EBF48A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9A05F7-ACD8-41DF-A99A-935C2FE3F8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F0C0826-17E1-4DCF-8655-48024C79E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450" y="181605"/>
            <a:ext cx="1414922" cy="50601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2A86DF0-ECAC-49EF-9182-76FBE37BE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23" y="3070241"/>
            <a:ext cx="7089797" cy="417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97EC0B2-C7E5-41C6-A8CD-603288C49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28" y="181300"/>
            <a:ext cx="1414922" cy="50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512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ussdiagramm: Manuelle Eingabe 7">
            <a:extLst>
              <a:ext uri="{FF2B5EF4-FFF2-40B4-BE49-F238E27FC236}">
                <a16:creationId xmlns:a16="http://schemas.microsoft.com/office/drawing/2014/main" id="{2F922EA5-889F-47F2-82CC-FF2C422537D9}"/>
              </a:ext>
            </a:extLst>
          </p:cNvPr>
          <p:cNvSpPr/>
          <p:nvPr userDrawn="1"/>
        </p:nvSpPr>
        <p:spPr>
          <a:xfrm>
            <a:off x="-13930" y="1593795"/>
            <a:ext cx="9157930" cy="3559176"/>
          </a:xfrm>
          <a:prstGeom prst="flowChartManualInpu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DE3BB3-9796-45AA-9D6E-7F917CC83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13EDC8-52DD-4780-83D3-7E91351A7EA8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9A05F7-ACD8-41DF-A99A-935C2FE3F8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F0C0826-17E1-4DCF-8655-48024C79E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450" y="181605"/>
            <a:ext cx="1414922" cy="50601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2A86DF0-ECAC-49EF-9182-76FBE37BE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23" y="3070241"/>
            <a:ext cx="7089797" cy="417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97EC0B2-C7E5-41C6-A8CD-603288C49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28" y="181300"/>
            <a:ext cx="1414922" cy="506320"/>
          </a:xfrm>
          <a:prstGeom prst="rect">
            <a:avLst/>
          </a:prstGeom>
        </p:spPr>
      </p:pic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ED72C09-7359-4169-AE5F-4B7EEA391B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98050" y="2427890"/>
            <a:ext cx="3335927" cy="1954924"/>
          </a:xfrm>
          <a:prstGeom prst="round2DiagRect">
            <a:avLst>
              <a:gd name="adj1" fmla="val 0"/>
              <a:gd name="adj2" fmla="val 8317"/>
            </a:avLst>
          </a:prstGeom>
          <a:solidFill>
            <a:srgbClr val="FF99FF"/>
          </a:solidFill>
          <a:ln w="12700">
            <a:solidFill>
              <a:schemeClr val="tx1"/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de-DE" dirty="0"/>
              <a:t>Fügen Sie auf der Masterfolie ein frei wählbares Bild ein.</a:t>
            </a:r>
          </a:p>
        </p:txBody>
      </p:sp>
    </p:spTree>
    <p:extLst>
      <p:ext uri="{BB962C8B-B14F-4D97-AF65-F5344CB8AC3E}">
        <p14:creationId xmlns:p14="http://schemas.microsoft.com/office/powerpoint/2010/main" val="2886981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B6A479BC-CFD3-4BA7-B2A7-B06E3585EE2F}"/>
              </a:ext>
            </a:extLst>
          </p:cNvPr>
          <p:cNvSpPr/>
          <p:nvPr userDrawn="1"/>
        </p:nvSpPr>
        <p:spPr>
          <a:xfrm>
            <a:off x="-13930" y="822727"/>
            <a:ext cx="9157930" cy="4317684"/>
          </a:xfrm>
          <a:custGeom>
            <a:avLst/>
            <a:gdLst>
              <a:gd name="connsiteX0" fmla="*/ 5244678 w 9157930"/>
              <a:gd name="connsiteY0" fmla="*/ 2823833 h 4317684"/>
              <a:gd name="connsiteX1" fmla="*/ 5123088 w 9157930"/>
              <a:gd name="connsiteY1" fmla="*/ 3738286 h 4317684"/>
              <a:gd name="connsiteX2" fmla="*/ 8827389 w 9157930"/>
              <a:gd name="connsiteY2" fmla="*/ 3743254 h 4317684"/>
              <a:gd name="connsiteX3" fmla="*/ 5960420 w 9157930"/>
              <a:gd name="connsiteY3" fmla="*/ 1361786 h 4317684"/>
              <a:gd name="connsiteX4" fmla="*/ 5466579 w 9157930"/>
              <a:gd name="connsiteY4" fmla="*/ 2140972 h 4317684"/>
              <a:gd name="connsiteX5" fmla="*/ 8827388 w 9157930"/>
              <a:gd name="connsiteY5" fmla="*/ 3698802 h 4317684"/>
              <a:gd name="connsiteX6" fmla="*/ 9157930 w 9157930"/>
              <a:gd name="connsiteY6" fmla="*/ 758508 h 4317684"/>
              <a:gd name="connsiteX7" fmla="*/ 9157930 w 9157930"/>
              <a:gd name="connsiteY7" fmla="*/ 4317684 h 4317684"/>
              <a:gd name="connsiteX8" fmla="*/ 0 w 9157930"/>
              <a:gd name="connsiteY8" fmla="*/ 4317684 h 4317684"/>
              <a:gd name="connsiteX9" fmla="*/ 0 w 9157930"/>
              <a:gd name="connsiteY9" fmla="*/ 1470343 h 4317684"/>
              <a:gd name="connsiteX10" fmla="*/ 6590885 w 9157930"/>
              <a:gd name="connsiteY10" fmla="*/ 958042 h 4317684"/>
              <a:gd name="connsiteX11" fmla="*/ 8855782 w 9157930"/>
              <a:gd name="connsiteY11" fmla="*/ 3679824 h 4317684"/>
              <a:gd name="connsiteX12" fmla="*/ 7525949 w 9157930"/>
              <a:gd name="connsiteY12" fmla="*/ 885360 h 4317684"/>
              <a:gd name="connsiteX13" fmla="*/ 8164991 w 9157930"/>
              <a:gd name="connsiteY13" fmla="*/ 835688 h 4317684"/>
              <a:gd name="connsiteX14" fmla="*/ 8891154 w 9157930"/>
              <a:gd name="connsiteY14" fmla="*/ 3698803 h 4317684"/>
              <a:gd name="connsiteX15" fmla="*/ 8895461 w 9157930"/>
              <a:gd name="connsiteY15" fmla="*/ 778910 h 4317684"/>
              <a:gd name="connsiteX16" fmla="*/ 7266384 w 9157930"/>
              <a:gd name="connsiteY16" fmla="*/ 339919 h 4317684"/>
              <a:gd name="connsiteX17" fmla="*/ 7525949 w 9157930"/>
              <a:gd name="connsiteY17" fmla="*/ 885360 h 4317684"/>
              <a:gd name="connsiteX18" fmla="*/ 6590885 w 9157930"/>
              <a:gd name="connsiteY18" fmla="*/ 958042 h 4317684"/>
              <a:gd name="connsiteX19" fmla="*/ 6486354 w 9157930"/>
              <a:gd name="connsiteY19" fmla="*/ 832424 h 4317684"/>
              <a:gd name="connsiteX20" fmla="*/ 7266384 w 9157930"/>
              <a:gd name="connsiteY20" fmla="*/ 339919 h 4317684"/>
              <a:gd name="connsiteX21" fmla="*/ 8896610 w 9157930"/>
              <a:gd name="connsiteY21" fmla="*/ 3 h 4317684"/>
              <a:gd name="connsiteX22" fmla="*/ 8895461 w 9157930"/>
              <a:gd name="connsiteY22" fmla="*/ 778910 h 4317684"/>
              <a:gd name="connsiteX23" fmla="*/ 8164991 w 9157930"/>
              <a:gd name="connsiteY23" fmla="*/ 835688 h 4317684"/>
              <a:gd name="connsiteX24" fmla="*/ 7980476 w 9157930"/>
              <a:gd name="connsiteY24" fmla="*/ 108185 h 4317684"/>
              <a:gd name="connsiteX25" fmla="*/ 8896610 w 9157930"/>
              <a:gd name="connsiteY25" fmla="*/ 3 h 4317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9157930" h="4317684">
                <a:moveTo>
                  <a:pt x="5244678" y="2823833"/>
                </a:moveTo>
                <a:cubicBezTo>
                  <a:pt x="5167952" y="3122903"/>
                  <a:pt x="5127119" y="3429993"/>
                  <a:pt x="5123088" y="3738286"/>
                </a:cubicBezTo>
                <a:lnTo>
                  <a:pt x="8827389" y="3743254"/>
                </a:lnTo>
                <a:close/>
                <a:moveTo>
                  <a:pt x="5960420" y="1361786"/>
                </a:moveTo>
                <a:cubicBezTo>
                  <a:pt x="5765356" y="1601120"/>
                  <a:pt x="5599515" y="1862784"/>
                  <a:pt x="5466579" y="2140972"/>
                </a:cubicBezTo>
                <a:lnTo>
                  <a:pt x="8827388" y="3698802"/>
                </a:lnTo>
                <a:close/>
                <a:moveTo>
                  <a:pt x="9157930" y="758508"/>
                </a:moveTo>
                <a:lnTo>
                  <a:pt x="9157930" y="4317684"/>
                </a:lnTo>
                <a:lnTo>
                  <a:pt x="0" y="4317684"/>
                </a:lnTo>
                <a:lnTo>
                  <a:pt x="0" y="1470343"/>
                </a:lnTo>
                <a:lnTo>
                  <a:pt x="6590885" y="958042"/>
                </a:lnTo>
                <a:lnTo>
                  <a:pt x="8855782" y="3679824"/>
                </a:lnTo>
                <a:lnTo>
                  <a:pt x="7525949" y="885360"/>
                </a:lnTo>
                <a:lnTo>
                  <a:pt x="8164991" y="835688"/>
                </a:lnTo>
                <a:lnTo>
                  <a:pt x="8891154" y="3698803"/>
                </a:lnTo>
                <a:lnTo>
                  <a:pt x="8895461" y="778910"/>
                </a:lnTo>
                <a:close/>
                <a:moveTo>
                  <a:pt x="7266384" y="339919"/>
                </a:moveTo>
                <a:lnTo>
                  <a:pt x="7525949" y="885360"/>
                </a:lnTo>
                <a:lnTo>
                  <a:pt x="6590885" y="958042"/>
                </a:lnTo>
                <a:lnTo>
                  <a:pt x="6486354" y="832424"/>
                </a:lnTo>
                <a:cubicBezTo>
                  <a:pt x="6725649" y="638005"/>
                  <a:pt x="6987596" y="472615"/>
                  <a:pt x="7266384" y="339919"/>
                </a:cubicBezTo>
                <a:close/>
                <a:moveTo>
                  <a:pt x="8896610" y="3"/>
                </a:moveTo>
                <a:lnTo>
                  <a:pt x="8895461" y="778910"/>
                </a:lnTo>
                <a:lnTo>
                  <a:pt x="8164991" y="835688"/>
                </a:lnTo>
                <a:lnTo>
                  <a:pt x="7980476" y="108185"/>
                </a:lnTo>
                <a:cubicBezTo>
                  <a:pt x="8280202" y="35899"/>
                  <a:pt x="8587856" y="-430"/>
                  <a:pt x="8896610" y="3"/>
                </a:cubicBezTo>
                <a:close/>
              </a:path>
            </a:pathLst>
          </a:custGeom>
          <a:ln w="3175" cmpd="dbl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DE3BB3-9796-45AA-9D6E-7F917CC83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9BA1B7-32B7-4C1C-B915-6EB270642BF1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9A05F7-ACD8-41DF-A99A-935C2FE3F8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F0C0826-17E1-4DCF-8655-48024C79E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450" y="181605"/>
            <a:ext cx="1414922" cy="50601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97EC0B2-C7E5-41C6-A8CD-603288C49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28" y="181300"/>
            <a:ext cx="1414922" cy="5063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2A86DF0-ECAC-49EF-9182-76FBE37BE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23" y="3070241"/>
            <a:ext cx="7089797" cy="417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2717F88D-E124-4436-BBC1-21A48113395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27472" y="1594730"/>
            <a:ext cx="3856190" cy="2973697"/>
          </a:xfrm>
          <a:custGeom>
            <a:avLst/>
            <a:gdLst>
              <a:gd name="connsiteX0" fmla="*/ 124294 w 3856190"/>
              <a:gd name="connsiteY0" fmla="*/ 2033053 h 2969920"/>
              <a:gd name="connsiteX1" fmla="*/ 3786679 w 3856190"/>
              <a:gd name="connsiteY1" fmla="*/ 2969920 h 2969920"/>
              <a:gd name="connsiteX2" fmla="*/ 0 w 3856190"/>
              <a:gd name="connsiteY2" fmla="*/ 2964858 h 2969920"/>
              <a:gd name="connsiteX3" fmla="*/ 124294 w 3856190"/>
              <a:gd name="connsiteY3" fmla="*/ 2033053 h 2969920"/>
              <a:gd name="connsiteX4" fmla="*/ 855953 w 3856190"/>
              <a:gd name="connsiteY4" fmla="*/ 543263 h 2969920"/>
              <a:gd name="connsiteX5" fmla="*/ 3786678 w 3856190"/>
              <a:gd name="connsiteY5" fmla="*/ 2924625 h 2969920"/>
              <a:gd name="connsiteX6" fmla="*/ 351129 w 3856190"/>
              <a:gd name="connsiteY6" fmla="*/ 1337234 h 2969920"/>
              <a:gd name="connsiteX7" fmla="*/ 855953 w 3856190"/>
              <a:gd name="connsiteY7" fmla="*/ 543263 h 2969920"/>
              <a:gd name="connsiteX8" fmla="*/ 2482018 w 3856190"/>
              <a:gd name="connsiteY8" fmla="*/ 111671 h 2969920"/>
              <a:gd name="connsiteX9" fmla="*/ 3815703 w 3856190"/>
              <a:gd name="connsiteY9" fmla="*/ 2905287 h 2969920"/>
              <a:gd name="connsiteX10" fmla="*/ 1547016 w 3856190"/>
              <a:gd name="connsiteY10" fmla="*/ 187653 h 2969920"/>
              <a:gd name="connsiteX11" fmla="*/ 3856190 w 3856190"/>
              <a:gd name="connsiteY11" fmla="*/ 0 h 2969920"/>
              <a:gd name="connsiteX12" fmla="*/ 3851862 w 3856190"/>
              <a:gd name="connsiteY12" fmla="*/ 2924626 h 2969920"/>
              <a:gd name="connsiteX13" fmla="*/ 3122886 w 3856190"/>
              <a:gd name="connsiteY13" fmla="*/ 59592 h 2969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856190" h="2969920">
                <a:moveTo>
                  <a:pt x="124294" y="2033053"/>
                </a:moveTo>
                <a:lnTo>
                  <a:pt x="3786679" y="2969920"/>
                </a:lnTo>
                <a:lnTo>
                  <a:pt x="0" y="2964858"/>
                </a:lnTo>
                <a:cubicBezTo>
                  <a:pt x="4120" y="2650715"/>
                  <a:pt x="45861" y="2337798"/>
                  <a:pt x="124294" y="2033053"/>
                </a:cubicBezTo>
                <a:close/>
                <a:moveTo>
                  <a:pt x="855953" y="543263"/>
                </a:moveTo>
                <a:lnTo>
                  <a:pt x="3786678" y="2924625"/>
                </a:lnTo>
                <a:lnTo>
                  <a:pt x="351129" y="1337234"/>
                </a:lnTo>
                <a:cubicBezTo>
                  <a:pt x="487022" y="1053767"/>
                  <a:pt x="656551" y="787138"/>
                  <a:pt x="855953" y="543263"/>
                </a:cubicBezTo>
                <a:close/>
                <a:moveTo>
                  <a:pt x="2482018" y="111671"/>
                </a:moveTo>
                <a:lnTo>
                  <a:pt x="3815703" y="2905287"/>
                </a:lnTo>
                <a:lnTo>
                  <a:pt x="1547016" y="187653"/>
                </a:lnTo>
                <a:close/>
                <a:moveTo>
                  <a:pt x="3856190" y="0"/>
                </a:moveTo>
                <a:lnTo>
                  <a:pt x="3851862" y="2924626"/>
                </a:lnTo>
                <a:lnTo>
                  <a:pt x="3122886" y="59592"/>
                </a:lnTo>
                <a:close/>
              </a:path>
            </a:pathLst>
          </a:custGeom>
          <a:solidFill>
            <a:srgbClr val="FF99FF"/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de-DE" dirty="0"/>
              <a:t>Fügen Sie auf der Masterfolie ein frei wählbares Bild ein.</a:t>
            </a:r>
          </a:p>
        </p:txBody>
      </p:sp>
    </p:spTree>
    <p:extLst>
      <p:ext uri="{BB962C8B-B14F-4D97-AF65-F5344CB8AC3E}">
        <p14:creationId xmlns:p14="http://schemas.microsoft.com/office/powerpoint/2010/main" val="2165007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enutzerdefiniertes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ussdiagramm: Manuelle Eingabe 7">
            <a:extLst>
              <a:ext uri="{FF2B5EF4-FFF2-40B4-BE49-F238E27FC236}">
                <a16:creationId xmlns:a16="http://schemas.microsoft.com/office/drawing/2014/main" id="{2F922EA5-889F-47F2-82CC-FF2C422537D9}"/>
              </a:ext>
            </a:extLst>
          </p:cNvPr>
          <p:cNvSpPr/>
          <p:nvPr userDrawn="1"/>
        </p:nvSpPr>
        <p:spPr>
          <a:xfrm>
            <a:off x="-13930" y="1593795"/>
            <a:ext cx="9157930" cy="3559176"/>
          </a:xfrm>
          <a:prstGeom prst="flowChartManualInpu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DE3BB3-9796-45AA-9D6E-7F917CC83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313F20B-96D9-45BB-B1CA-45E0AB0166BB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9A05F7-ACD8-41DF-A99A-935C2FE3F8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F0C0826-17E1-4DCF-8655-48024C79E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450" y="181605"/>
            <a:ext cx="1414922" cy="50601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2A86DF0-ECAC-49EF-9182-76FBE37BE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23" y="3070241"/>
            <a:ext cx="7089797" cy="417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97EC0B2-C7E5-41C6-A8CD-603288C49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28" y="181300"/>
            <a:ext cx="1414922" cy="506320"/>
          </a:xfrm>
          <a:prstGeom prst="rect">
            <a:avLst/>
          </a:prstGeom>
        </p:spPr>
      </p:pic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AE2CF08-9653-4C8A-8129-BA9D1840BAB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98694" y="1711679"/>
            <a:ext cx="2906067" cy="2882756"/>
          </a:xfrm>
          <a:custGeom>
            <a:avLst/>
            <a:gdLst>
              <a:gd name="connsiteX0" fmla="*/ 93640 w 2906067"/>
              <a:gd name="connsiteY0" fmla="*/ 2174691 h 2882756"/>
              <a:gd name="connsiteX1" fmla="*/ 2852757 w 2906067"/>
              <a:gd name="connsiteY1" fmla="*/ 2882756 h 2882756"/>
              <a:gd name="connsiteX2" fmla="*/ 0 w 2906067"/>
              <a:gd name="connsiteY2" fmla="*/ 2878930 h 2882756"/>
              <a:gd name="connsiteX3" fmla="*/ 93640 w 2906067"/>
              <a:gd name="connsiteY3" fmla="*/ 2174691 h 2882756"/>
              <a:gd name="connsiteX4" fmla="*/ 644847 w 2906067"/>
              <a:gd name="connsiteY4" fmla="*/ 1048740 h 2882756"/>
              <a:gd name="connsiteX5" fmla="*/ 2852757 w 2906067"/>
              <a:gd name="connsiteY5" fmla="*/ 2848523 h 2882756"/>
              <a:gd name="connsiteX6" fmla="*/ 264530 w 2906067"/>
              <a:gd name="connsiteY6" fmla="*/ 1648806 h 2882756"/>
              <a:gd name="connsiteX7" fmla="*/ 644847 w 2906067"/>
              <a:gd name="connsiteY7" fmla="*/ 1048740 h 2882756"/>
              <a:gd name="connsiteX8" fmla="*/ 1650596 w 2906067"/>
              <a:gd name="connsiteY8" fmla="*/ 261779 h 2882756"/>
              <a:gd name="connsiteX9" fmla="*/ 2874624 w 2906067"/>
              <a:gd name="connsiteY9" fmla="*/ 2833907 h 2882756"/>
              <a:gd name="connsiteX10" fmla="*/ 1049879 w 2906067"/>
              <a:gd name="connsiteY10" fmla="*/ 641067 h 2882756"/>
              <a:gd name="connsiteX11" fmla="*/ 1650596 w 2906067"/>
              <a:gd name="connsiteY11" fmla="*/ 261779 h 2882756"/>
              <a:gd name="connsiteX12" fmla="*/ 2906067 w 2906067"/>
              <a:gd name="connsiteY12" fmla="*/ 3 h 2882756"/>
              <a:gd name="connsiteX13" fmla="*/ 2901865 w 2906067"/>
              <a:gd name="connsiteY13" fmla="*/ 2848523 h 2882756"/>
              <a:gd name="connsiteX14" fmla="*/ 2200533 w 2906067"/>
              <a:gd name="connsiteY14" fmla="*/ 83316 h 2882756"/>
              <a:gd name="connsiteX15" fmla="*/ 2906067 w 2906067"/>
              <a:gd name="connsiteY15" fmla="*/ 3 h 288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06067" h="2882756">
                <a:moveTo>
                  <a:pt x="93640" y="2174691"/>
                </a:moveTo>
                <a:lnTo>
                  <a:pt x="2852757" y="2882756"/>
                </a:lnTo>
                <a:lnTo>
                  <a:pt x="0" y="2878930"/>
                </a:lnTo>
                <a:cubicBezTo>
                  <a:pt x="3104" y="2641507"/>
                  <a:pt x="34551" y="2405012"/>
                  <a:pt x="93640" y="2174691"/>
                </a:cubicBezTo>
                <a:close/>
                <a:moveTo>
                  <a:pt x="644847" y="1048740"/>
                </a:moveTo>
                <a:lnTo>
                  <a:pt x="2852757" y="2848523"/>
                </a:lnTo>
                <a:lnTo>
                  <a:pt x="264530" y="1648806"/>
                </a:lnTo>
                <a:cubicBezTo>
                  <a:pt x="366907" y="1434568"/>
                  <a:pt x="494624" y="1233055"/>
                  <a:pt x="644847" y="1048740"/>
                </a:cubicBezTo>
                <a:close/>
                <a:moveTo>
                  <a:pt x="1650596" y="261779"/>
                </a:moveTo>
                <a:lnTo>
                  <a:pt x="2874624" y="2833907"/>
                </a:lnTo>
                <a:lnTo>
                  <a:pt x="1049879" y="641067"/>
                </a:lnTo>
                <a:cubicBezTo>
                  <a:pt x="1234165" y="491341"/>
                  <a:pt x="1435896" y="363971"/>
                  <a:pt x="1650596" y="261779"/>
                </a:cubicBezTo>
                <a:close/>
                <a:moveTo>
                  <a:pt x="2906067" y="3"/>
                </a:moveTo>
                <a:lnTo>
                  <a:pt x="2901865" y="2848523"/>
                </a:lnTo>
                <a:lnTo>
                  <a:pt x="2200533" y="83316"/>
                </a:lnTo>
                <a:cubicBezTo>
                  <a:pt x="2431358" y="27646"/>
                  <a:pt x="2668289" y="-331"/>
                  <a:pt x="2906067" y="3"/>
                </a:cubicBezTo>
                <a:close/>
              </a:path>
            </a:pathLst>
          </a:custGeom>
          <a:solidFill>
            <a:srgbClr val="FF99FF"/>
          </a:solidFill>
          <a:ln w="3175">
            <a:solidFill>
              <a:schemeClr val="tx2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de-DE" dirty="0"/>
              <a:t>Fügen Sie auf der Masterfolie ein frei wählbares Bild ein.</a:t>
            </a:r>
          </a:p>
        </p:txBody>
      </p:sp>
    </p:spTree>
    <p:extLst>
      <p:ext uri="{BB962C8B-B14F-4D97-AF65-F5344CB8AC3E}">
        <p14:creationId xmlns:p14="http://schemas.microsoft.com/office/powerpoint/2010/main" val="848577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437F4A59-C8F5-4EBA-A112-CAAD12954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4A66A9B-F14E-44D7-B7C5-4A294262C4A7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627FF151-F8ED-4282-A8A7-F6D344953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3" name="Fußzeilenplatzhalter 13">
            <a:extLst>
              <a:ext uri="{FF2B5EF4-FFF2-40B4-BE49-F238E27FC236}">
                <a16:creationId xmlns:a16="http://schemas.microsoft.com/office/drawing/2014/main" id="{1C08F904-FC9D-424C-92EF-49B7A3F83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669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70816C-9478-43E5-B23B-DDB198647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EEC2149-93D0-472B-8B15-886D3A523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E7BB122-9C59-4D43-A3C4-192978D0BD6B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4E149A-793D-455F-A0B0-21E650712A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7D8311-744E-4659-9C3C-595ED427A2A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30937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CAD4DA-5272-449B-8CC8-2145DE9DD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48EAD7-6481-40FC-867E-7ADEB8EBC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1059516"/>
            <a:ext cx="8364156" cy="33451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B789BE60-4EFF-4455-AA0B-C32C64F1E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15AAC00-8E0C-4B1B-A4AF-A1DA63AE6355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306D2D8A-5BA2-4FA6-AE6A-692D7612A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7" name="Fußzeilenplatzhalter 13">
            <a:extLst>
              <a:ext uri="{FF2B5EF4-FFF2-40B4-BE49-F238E27FC236}">
                <a16:creationId xmlns:a16="http://schemas.microsoft.com/office/drawing/2014/main" id="{83ACF5E0-B18C-4A83-9724-1584ED1F54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4324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456570-6DE8-4D17-A168-130B31981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001" y="1059515"/>
            <a:ext cx="4102975" cy="47476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52" indent="0">
              <a:buNone/>
              <a:defRPr sz="2000" b="1"/>
            </a:lvl2pPr>
            <a:lvl3pPr marL="914103" indent="0">
              <a:buNone/>
              <a:defRPr sz="1799" b="1"/>
            </a:lvl3pPr>
            <a:lvl4pPr marL="1371155" indent="0">
              <a:buNone/>
              <a:defRPr sz="1600" b="1"/>
            </a:lvl4pPr>
            <a:lvl5pPr marL="1828206" indent="0">
              <a:buNone/>
              <a:defRPr sz="1600" b="1"/>
            </a:lvl5pPr>
            <a:lvl6pPr marL="2285257" indent="0">
              <a:buNone/>
              <a:defRPr sz="1600" b="1"/>
            </a:lvl6pPr>
            <a:lvl7pPr marL="2742308" indent="0">
              <a:buNone/>
              <a:defRPr sz="1600" b="1"/>
            </a:lvl7pPr>
            <a:lvl8pPr marL="3199360" indent="0">
              <a:buNone/>
              <a:defRPr sz="1600" b="1"/>
            </a:lvl8pPr>
            <a:lvl9pPr marL="3656411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3515A31-04C5-4927-858F-67F887E53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6001" y="1692324"/>
            <a:ext cx="4102975" cy="2712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494F21-D5D6-49C6-945B-591CB5812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059514"/>
            <a:ext cx="4118850" cy="474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52" indent="0">
              <a:buNone/>
              <a:defRPr sz="2000" b="1"/>
            </a:lvl2pPr>
            <a:lvl3pPr marL="914103" indent="0">
              <a:buNone/>
              <a:defRPr sz="1799" b="1"/>
            </a:lvl3pPr>
            <a:lvl4pPr marL="1371155" indent="0">
              <a:buNone/>
              <a:defRPr sz="1600" b="1"/>
            </a:lvl4pPr>
            <a:lvl5pPr marL="1828206" indent="0">
              <a:buNone/>
              <a:defRPr sz="1600" b="1"/>
            </a:lvl5pPr>
            <a:lvl6pPr marL="2285257" indent="0">
              <a:buNone/>
              <a:defRPr sz="1600" b="1"/>
            </a:lvl6pPr>
            <a:lvl7pPr marL="2742308" indent="0">
              <a:buNone/>
              <a:defRPr sz="1600" b="1"/>
            </a:lvl7pPr>
            <a:lvl8pPr marL="3199360" indent="0">
              <a:buNone/>
              <a:defRPr sz="1600" b="1"/>
            </a:lvl8pPr>
            <a:lvl9pPr marL="3656411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28675EC-3133-4FC5-A809-D27145BF8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692324"/>
            <a:ext cx="4125890" cy="2712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402D70F0-E412-4AC9-9543-D18FE6B32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1" y="296245"/>
            <a:ext cx="7089797" cy="41794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D0DE459A-3232-40FA-8651-17B905B7B4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7094862-1133-48DF-A855-D609FEB942DB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8" name="Foliennummernplatzhalter 5">
            <a:extLst>
              <a:ext uri="{FF2B5EF4-FFF2-40B4-BE49-F238E27FC236}">
                <a16:creationId xmlns:a16="http://schemas.microsoft.com/office/drawing/2014/main" id="{238DA1CF-229B-4FFC-8B6C-578DEF0ABC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9" name="Fußzeilenplatzhalter 13">
            <a:extLst>
              <a:ext uri="{FF2B5EF4-FFF2-40B4-BE49-F238E27FC236}">
                <a16:creationId xmlns:a16="http://schemas.microsoft.com/office/drawing/2014/main" id="{C4C72310-6FDA-4BBB-8855-96C57A7D26E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309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574C4B-E11C-46E5-BDB5-577F10A58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244A6B-A55D-4ABB-B640-3219E4874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6000" y="1059516"/>
            <a:ext cx="4099800" cy="33451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8A30886-C5FA-4DAE-82AB-483BDC1CF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059516"/>
            <a:ext cx="4099800" cy="33451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1B113911-F6DA-4AE5-BB0E-C86898621E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57FD1C5-5482-48CC-8E60-E26FD7B6F77D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F88E6D73-AECF-4A49-B2EB-D1FBB19BC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6" name="Fußzeilenplatzhalter 13">
            <a:extLst>
              <a:ext uri="{FF2B5EF4-FFF2-40B4-BE49-F238E27FC236}">
                <a16:creationId xmlns:a16="http://schemas.microsoft.com/office/drawing/2014/main" id="{D31ABD97-9FF9-4C88-984E-69828498E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922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DCCF71-516F-4E14-B4D6-48120733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FABE7AC-4CE6-4F51-93A7-91048FB208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5507" t="750" r="3196" b="241"/>
          <a:stretch/>
        </p:blipFill>
        <p:spPr>
          <a:xfrm rot="5400000">
            <a:off x="2905505" y="-1449990"/>
            <a:ext cx="3345148" cy="8364156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295BF949-B26C-4450-AE9B-695E358D6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AD860F7-2B1B-4995-8166-327E72A984C0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D6750FB6-0E0D-4CE4-A206-10042DAF2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5" name="Fußzeilenplatzhalter 13">
            <a:extLst>
              <a:ext uri="{FF2B5EF4-FFF2-40B4-BE49-F238E27FC236}">
                <a16:creationId xmlns:a16="http://schemas.microsoft.com/office/drawing/2014/main" id="{1D5DF567-7E8C-4570-A00A-B2A77A29C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1801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0E5A66-52AD-4092-9885-F5CDB619E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1E1CCD7-CAB0-4619-89A8-94C2F301A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96000" y="1059516"/>
            <a:ext cx="8352000" cy="334514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F5835749-1C85-42B4-B1AE-36981219A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9B09DECB-67D6-48BF-893A-F98964382BB9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499D9FF7-9552-4ED4-8FE9-B493E44BC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5" name="Fußzeilenplatzhalter 13">
            <a:extLst>
              <a:ext uri="{FF2B5EF4-FFF2-40B4-BE49-F238E27FC236}">
                <a16:creationId xmlns:a16="http://schemas.microsoft.com/office/drawing/2014/main" id="{5BB20AC0-20C2-4751-A2AE-9CFBA4860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0181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73B71AF-FCB4-4FA4-9345-34987E7A6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4639"/>
            <a:ext cx="1971675" cy="435927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07AA9B-F93E-4D77-A153-0E96CE737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4639"/>
            <a:ext cx="5762625" cy="43592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E4F7A5BC-CB46-47FC-98D8-A7ADD4065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F8AC57F5-FED6-46DF-8487-CAF45E5F710F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CA498B78-FA30-4BF5-AC71-144FDE669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5" name="Fußzeilenplatzhalter 13">
            <a:extLst>
              <a:ext uri="{FF2B5EF4-FFF2-40B4-BE49-F238E27FC236}">
                <a16:creationId xmlns:a16="http://schemas.microsoft.com/office/drawing/2014/main" id="{5504F666-2757-41C1-83B1-F0703D87B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5901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4"/>
          <p:cNvSpPr>
            <a:spLocks noGrp="1"/>
          </p:cNvSpPr>
          <p:nvPr>
            <p:ph type="pic" sz="quarter" idx="10" hasCustomPrompt="1"/>
          </p:nvPr>
        </p:nvSpPr>
        <p:spPr>
          <a:xfrm>
            <a:off x="337309" y="2941455"/>
            <a:ext cx="8465345" cy="1768431"/>
          </a:xfrm>
          <a:prstGeom prst="round2DiagRect">
            <a:avLst>
              <a:gd name="adj1" fmla="val 0"/>
              <a:gd name="adj2" fmla="val 8317"/>
            </a:avLst>
          </a:prstGeom>
          <a:solidFill>
            <a:srgbClr val="FF99FF"/>
          </a:solidFill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de-DE" dirty="0"/>
              <a:t>Fügen Sie auf der Masterfolie ein frei wählbares Bild ein.</a:t>
            </a: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6C188393-F356-4F5D-80C7-5DAA7302C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76" y="4826106"/>
            <a:ext cx="17272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de-DE" altLang="de-DE" sz="1600" b="1" dirty="0">
                <a:solidFill>
                  <a:schemeClr val="tx1"/>
                </a:solidFill>
              </a:rPr>
              <a:t>www.kit.edu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537A5579-09BA-4663-B67D-33B1542057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9747" y="4895776"/>
            <a:ext cx="3606670" cy="126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r>
              <a:rPr lang="de-DE" sz="825" noProof="0" dirty="0">
                <a:solidFill>
                  <a:schemeClr val="tx1"/>
                </a:solidFill>
              </a:rPr>
              <a:t>KIT – Die Forschungsuniversität in der Helmholtz-Gemeinschaft</a:t>
            </a:r>
            <a:endParaRPr lang="en-US" sz="825" noProof="0" dirty="0">
              <a:solidFill>
                <a:schemeClr val="tx1"/>
              </a:solidFill>
            </a:endParaRPr>
          </a:p>
        </p:txBody>
      </p:sp>
      <p:sp>
        <p:nvSpPr>
          <p:cNvPr id="16" name="Textplatzhalt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37309" y="1324219"/>
            <a:ext cx="6777866" cy="9350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599" b="1">
                <a:solidFill>
                  <a:schemeClr val="tx1"/>
                </a:solidFill>
              </a:defRPr>
            </a:lvl1pPr>
            <a:lvl2pPr marL="355484" indent="0">
              <a:buFont typeface="Arial" panose="020B0604020202020204" pitchFamily="34" charset="0"/>
              <a:buNone/>
              <a:defRPr sz="2599" b="1"/>
            </a:lvl2pPr>
            <a:lvl3pPr marL="717317" indent="0">
              <a:buFont typeface="Arial" panose="020B0604020202020204" pitchFamily="34" charset="0"/>
              <a:buNone/>
              <a:defRPr sz="2599" b="1"/>
            </a:lvl3pPr>
            <a:lvl4pPr marL="1072802" indent="0">
              <a:buFont typeface="Arial" panose="020B0604020202020204" pitchFamily="34" charset="0"/>
              <a:buNone/>
              <a:defRPr sz="2599" b="1"/>
            </a:lvl4pPr>
            <a:lvl5pPr marL="1434634" indent="0">
              <a:buFont typeface="Arial" panose="020B0604020202020204" pitchFamily="34" charset="0"/>
              <a:buNone/>
              <a:defRPr sz="2599" b="1"/>
            </a:lvl5pPr>
          </a:lstStyle>
          <a:p>
            <a:pPr lvl="0"/>
            <a:r>
              <a:rPr lang="de-DE" dirty="0"/>
              <a:t>Folientitel: Arial 26pt </a:t>
            </a:r>
            <a:r>
              <a:rPr lang="de-DE" dirty="0" err="1"/>
              <a:t>bold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A51F253-CE7F-410A-BD80-985B77CA66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7309" y="337508"/>
            <a:ext cx="1224791" cy="43828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424F3C6-9FB5-42A2-98E8-F22D7B193F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77863" y="337772"/>
            <a:ext cx="1224791" cy="43801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F35D0FD-691D-4E14-9B58-0E6CB4C5168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55664" y="1158465"/>
            <a:ext cx="864009" cy="769271"/>
          </a:xfrm>
          <a:prstGeom prst="rect">
            <a:avLst/>
          </a:prstGeom>
        </p:spPr>
      </p:pic>
      <p:sp>
        <p:nvSpPr>
          <p:cNvPr id="10" name="Textplatzhalter 25">
            <a:extLst>
              <a:ext uri="{FF2B5EF4-FFF2-40B4-BE49-F238E27FC236}">
                <a16:creationId xmlns:a16="http://schemas.microsoft.com/office/drawing/2014/main" id="{0015C059-56A9-4629-A665-CCB24A7D7D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7309" y="2259609"/>
            <a:ext cx="5320541" cy="5099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799" b="1" i="0" baseline="0">
                <a:solidFill>
                  <a:schemeClr val="tx1"/>
                </a:solidFill>
              </a:defRPr>
            </a:lvl1pPr>
            <a:lvl2pPr marL="355484" indent="0">
              <a:buFont typeface="Arial" panose="020B0604020202020204" pitchFamily="34" charset="0"/>
              <a:buNone/>
              <a:defRPr sz="1799" b="1" i="0"/>
            </a:lvl2pPr>
            <a:lvl3pPr marL="717317" indent="0">
              <a:buFont typeface="Arial" panose="020B0604020202020204" pitchFamily="34" charset="0"/>
              <a:buNone/>
              <a:defRPr sz="1799" b="1" i="0"/>
            </a:lvl3pPr>
            <a:lvl4pPr marL="1072802" indent="0">
              <a:buFont typeface="Arial" panose="020B0604020202020204" pitchFamily="34" charset="0"/>
              <a:buNone/>
              <a:defRPr sz="1799" b="1" i="0"/>
            </a:lvl4pPr>
            <a:lvl5pPr marL="1434634" indent="0">
              <a:buFont typeface="Arial" panose="020B0604020202020204" pitchFamily="34" charset="0"/>
              <a:buNone/>
              <a:defRPr sz="1799" b="1" i="0"/>
            </a:lvl5pPr>
          </a:lstStyle>
          <a:p>
            <a:pPr lvl="0"/>
            <a:r>
              <a:rPr lang="de-DE" dirty="0"/>
              <a:t>Unterzeile: Arial 18pt </a:t>
            </a:r>
            <a:r>
              <a:rPr lang="de-DE" dirty="0" err="1"/>
              <a:t>bold</a:t>
            </a:r>
            <a:br>
              <a:rPr lang="de-DE" dirty="0"/>
            </a:br>
            <a:r>
              <a:rPr lang="de-DE" dirty="0"/>
              <a:t>(Auch zweizeilig möglich)</a:t>
            </a:r>
          </a:p>
        </p:txBody>
      </p:sp>
      <p:sp>
        <p:nvSpPr>
          <p:cNvPr id="11" name="Textplatzhalter 25">
            <a:extLst>
              <a:ext uri="{FF2B5EF4-FFF2-40B4-BE49-F238E27FC236}">
                <a16:creationId xmlns:a16="http://schemas.microsoft.com/office/drawing/2014/main" id="{00892CB0-DF3C-4572-B566-EA3D98B77B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4850" y="2266873"/>
            <a:ext cx="3017804" cy="5099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 b="1" i="0" baseline="0">
                <a:solidFill>
                  <a:schemeClr val="tx1"/>
                </a:solidFill>
              </a:defRPr>
            </a:lvl1pPr>
            <a:lvl2pPr marL="355484" indent="0">
              <a:buFont typeface="Arial" panose="020B0604020202020204" pitchFamily="34" charset="0"/>
              <a:buNone/>
              <a:defRPr sz="1799" b="1" i="0"/>
            </a:lvl2pPr>
            <a:lvl3pPr marL="717317" indent="0">
              <a:buFont typeface="Arial" panose="020B0604020202020204" pitchFamily="34" charset="0"/>
              <a:buNone/>
              <a:defRPr sz="1799" b="1" i="0"/>
            </a:lvl3pPr>
            <a:lvl4pPr marL="1072802" indent="0">
              <a:buFont typeface="Arial" panose="020B0604020202020204" pitchFamily="34" charset="0"/>
              <a:buNone/>
              <a:defRPr sz="1799" b="1" i="0"/>
            </a:lvl4pPr>
            <a:lvl5pPr marL="1434634" indent="0">
              <a:buFont typeface="Arial" panose="020B0604020202020204" pitchFamily="34" charset="0"/>
              <a:buNone/>
              <a:defRPr sz="1799" b="1" i="0"/>
            </a:lvl5pPr>
          </a:lstStyle>
          <a:p>
            <a:pPr lvl="0"/>
            <a:r>
              <a:rPr lang="de-DE" dirty="0"/>
              <a:t>Name</a:t>
            </a:r>
          </a:p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3312841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ussdiagramm: Manuelle Eingabe 7">
            <a:extLst>
              <a:ext uri="{FF2B5EF4-FFF2-40B4-BE49-F238E27FC236}">
                <a16:creationId xmlns:a16="http://schemas.microsoft.com/office/drawing/2014/main" id="{2F922EA5-889F-47F2-82CC-FF2C422537D9}"/>
              </a:ext>
            </a:extLst>
          </p:cNvPr>
          <p:cNvSpPr/>
          <p:nvPr userDrawn="1"/>
        </p:nvSpPr>
        <p:spPr>
          <a:xfrm>
            <a:off x="-13930" y="1585913"/>
            <a:ext cx="9157930" cy="3559176"/>
          </a:xfrm>
          <a:prstGeom prst="flowChartManualInpu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DE3BB3-9796-45AA-9D6E-7F917CC83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AABD3F-4165-4346-AB92-84034D4E481A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9A05F7-ACD8-41DF-A99A-935C2FE3F8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2A86DF0-ECAC-49EF-9182-76FBE37BE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23" y="3070241"/>
            <a:ext cx="7089797" cy="417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97EC0B2-C7E5-41C6-A8CD-603288C495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28" y="181300"/>
            <a:ext cx="1414922" cy="50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58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ussdiagramm: Manuelle Eingabe 7">
            <a:extLst>
              <a:ext uri="{FF2B5EF4-FFF2-40B4-BE49-F238E27FC236}">
                <a16:creationId xmlns:a16="http://schemas.microsoft.com/office/drawing/2014/main" id="{2F922EA5-889F-47F2-82CC-FF2C422537D9}"/>
              </a:ext>
            </a:extLst>
          </p:cNvPr>
          <p:cNvSpPr/>
          <p:nvPr userDrawn="1"/>
        </p:nvSpPr>
        <p:spPr>
          <a:xfrm>
            <a:off x="-13930" y="1593795"/>
            <a:ext cx="9157930" cy="3559176"/>
          </a:xfrm>
          <a:prstGeom prst="flowChartManualInpu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DE3BB3-9796-45AA-9D6E-7F917CC83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058CAD-93E9-4B3F-918F-B1DA315C574F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9A05F7-ACD8-41DF-A99A-935C2FE3F8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2A86DF0-ECAC-49EF-9182-76FBE37BE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23" y="3070241"/>
            <a:ext cx="7089797" cy="417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97EC0B2-C7E5-41C6-A8CD-603288C495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28" y="181300"/>
            <a:ext cx="1414922" cy="506320"/>
          </a:xfrm>
          <a:prstGeom prst="rect">
            <a:avLst/>
          </a:prstGeom>
        </p:spPr>
      </p:pic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ED72C09-7359-4169-AE5F-4B7EEA391B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98050" y="2427890"/>
            <a:ext cx="3335927" cy="1954924"/>
          </a:xfrm>
          <a:prstGeom prst="round2DiagRect">
            <a:avLst>
              <a:gd name="adj1" fmla="val 0"/>
              <a:gd name="adj2" fmla="val 8317"/>
            </a:avLst>
          </a:prstGeom>
          <a:solidFill>
            <a:srgbClr val="FF99FF"/>
          </a:solidFill>
          <a:ln w="12700">
            <a:solidFill>
              <a:schemeClr val="tx1"/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de-DE" dirty="0"/>
              <a:t>Fügen Sie auf der Masterfolie ein frei wählbares Bild ein.</a:t>
            </a:r>
          </a:p>
        </p:txBody>
      </p:sp>
    </p:spTree>
    <p:extLst>
      <p:ext uri="{BB962C8B-B14F-4D97-AF65-F5344CB8AC3E}">
        <p14:creationId xmlns:p14="http://schemas.microsoft.com/office/powerpoint/2010/main" val="1136629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enutzerdefiniertes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B6A479BC-CFD3-4BA7-B2A7-B06E3585EE2F}"/>
              </a:ext>
            </a:extLst>
          </p:cNvPr>
          <p:cNvSpPr/>
          <p:nvPr userDrawn="1"/>
        </p:nvSpPr>
        <p:spPr>
          <a:xfrm>
            <a:off x="-13930" y="812800"/>
            <a:ext cx="9157930" cy="4327611"/>
          </a:xfrm>
          <a:custGeom>
            <a:avLst/>
            <a:gdLst>
              <a:gd name="connsiteX0" fmla="*/ 5244678 w 9157930"/>
              <a:gd name="connsiteY0" fmla="*/ 2823833 h 4317684"/>
              <a:gd name="connsiteX1" fmla="*/ 5123088 w 9157930"/>
              <a:gd name="connsiteY1" fmla="*/ 3738286 h 4317684"/>
              <a:gd name="connsiteX2" fmla="*/ 8827389 w 9157930"/>
              <a:gd name="connsiteY2" fmla="*/ 3743254 h 4317684"/>
              <a:gd name="connsiteX3" fmla="*/ 5960420 w 9157930"/>
              <a:gd name="connsiteY3" fmla="*/ 1361786 h 4317684"/>
              <a:gd name="connsiteX4" fmla="*/ 5466579 w 9157930"/>
              <a:gd name="connsiteY4" fmla="*/ 2140972 h 4317684"/>
              <a:gd name="connsiteX5" fmla="*/ 8827388 w 9157930"/>
              <a:gd name="connsiteY5" fmla="*/ 3698802 h 4317684"/>
              <a:gd name="connsiteX6" fmla="*/ 9157930 w 9157930"/>
              <a:gd name="connsiteY6" fmla="*/ 758508 h 4317684"/>
              <a:gd name="connsiteX7" fmla="*/ 9157930 w 9157930"/>
              <a:gd name="connsiteY7" fmla="*/ 4317684 h 4317684"/>
              <a:gd name="connsiteX8" fmla="*/ 0 w 9157930"/>
              <a:gd name="connsiteY8" fmla="*/ 4317684 h 4317684"/>
              <a:gd name="connsiteX9" fmla="*/ 0 w 9157930"/>
              <a:gd name="connsiteY9" fmla="*/ 1470343 h 4317684"/>
              <a:gd name="connsiteX10" fmla="*/ 6590885 w 9157930"/>
              <a:gd name="connsiteY10" fmla="*/ 958042 h 4317684"/>
              <a:gd name="connsiteX11" fmla="*/ 8855782 w 9157930"/>
              <a:gd name="connsiteY11" fmla="*/ 3679824 h 4317684"/>
              <a:gd name="connsiteX12" fmla="*/ 7525949 w 9157930"/>
              <a:gd name="connsiteY12" fmla="*/ 885360 h 4317684"/>
              <a:gd name="connsiteX13" fmla="*/ 8164991 w 9157930"/>
              <a:gd name="connsiteY13" fmla="*/ 835688 h 4317684"/>
              <a:gd name="connsiteX14" fmla="*/ 8891154 w 9157930"/>
              <a:gd name="connsiteY14" fmla="*/ 3698803 h 4317684"/>
              <a:gd name="connsiteX15" fmla="*/ 8895461 w 9157930"/>
              <a:gd name="connsiteY15" fmla="*/ 778910 h 4317684"/>
              <a:gd name="connsiteX16" fmla="*/ 7266384 w 9157930"/>
              <a:gd name="connsiteY16" fmla="*/ 339919 h 4317684"/>
              <a:gd name="connsiteX17" fmla="*/ 7525949 w 9157930"/>
              <a:gd name="connsiteY17" fmla="*/ 885360 h 4317684"/>
              <a:gd name="connsiteX18" fmla="*/ 6590885 w 9157930"/>
              <a:gd name="connsiteY18" fmla="*/ 958042 h 4317684"/>
              <a:gd name="connsiteX19" fmla="*/ 6486354 w 9157930"/>
              <a:gd name="connsiteY19" fmla="*/ 832424 h 4317684"/>
              <a:gd name="connsiteX20" fmla="*/ 7266384 w 9157930"/>
              <a:gd name="connsiteY20" fmla="*/ 339919 h 4317684"/>
              <a:gd name="connsiteX21" fmla="*/ 8896610 w 9157930"/>
              <a:gd name="connsiteY21" fmla="*/ 3 h 4317684"/>
              <a:gd name="connsiteX22" fmla="*/ 8895461 w 9157930"/>
              <a:gd name="connsiteY22" fmla="*/ 778910 h 4317684"/>
              <a:gd name="connsiteX23" fmla="*/ 8164991 w 9157930"/>
              <a:gd name="connsiteY23" fmla="*/ 835688 h 4317684"/>
              <a:gd name="connsiteX24" fmla="*/ 7980476 w 9157930"/>
              <a:gd name="connsiteY24" fmla="*/ 108185 h 4317684"/>
              <a:gd name="connsiteX25" fmla="*/ 8896610 w 9157930"/>
              <a:gd name="connsiteY25" fmla="*/ 3 h 4317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9157930" h="4317684">
                <a:moveTo>
                  <a:pt x="5244678" y="2823833"/>
                </a:moveTo>
                <a:cubicBezTo>
                  <a:pt x="5167952" y="3122903"/>
                  <a:pt x="5127119" y="3429993"/>
                  <a:pt x="5123088" y="3738286"/>
                </a:cubicBezTo>
                <a:lnTo>
                  <a:pt x="8827389" y="3743254"/>
                </a:lnTo>
                <a:close/>
                <a:moveTo>
                  <a:pt x="5960420" y="1361786"/>
                </a:moveTo>
                <a:cubicBezTo>
                  <a:pt x="5765356" y="1601120"/>
                  <a:pt x="5599515" y="1862784"/>
                  <a:pt x="5466579" y="2140972"/>
                </a:cubicBezTo>
                <a:lnTo>
                  <a:pt x="8827388" y="3698802"/>
                </a:lnTo>
                <a:close/>
                <a:moveTo>
                  <a:pt x="9157930" y="758508"/>
                </a:moveTo>
                <a:lnTo>
                  <a:pt x="9157930" y="4317684"/>
                </a:lnTo>
                <a:lnTo>
                  <a:pt x="0" y="4317684"/>
                </a:lnTo>
                <a:lnTo>
                  <a:pt x="0" y="1470343"/>
                </a:lnTo>
                <a:lnTo>
                  <a:pt x="6590885" y="958042"/>
                </a:lnTo>
                <a:lnTo>
                  <a:pt x="8855782" y="3679824"/>
                </a:lnTo>
                <a:lnTo>
                  <a:pt x="7525949" y="885360"/>
                </a:lnTo>
                <a:lnTo>
                  <a:pt x="8164991" y="835688"/>
                </a:lnTo>
                <a:lnTo>
                  <a:pt x="8891154" y="3698803"/>
                </a:lnTo>
                <a:lnTo>
                  <a:pt x="8895461" y="778910"/>
                </a:lnTo>
                <a:close/>
                <a:moveTo>
                  <a:pt x="7266384" y="339919"/>
                </a:moveTo>
                <a:lnTo>
                  <a:pt x="7525949" y="885360"/>
                </a:lnTo>
                <a:lnTo>
                  <a:pt x="6590885" y="958042"/>
                </a:lnTo>
                <a:lnTo>
                  <a:pt x="6486354" y="832424"/>
                </a:lnTo>
                <a:cubicBezTo>
                  <a:pt x="6725649" y="638005"/>
                  <a:pt x="6987596" y="472615"/>
                  <a:pt x="7266384" y="339919"/>
                </a:cubicBezTo>
                <a:close/>
                <a:moveTo>
                  <a:pt x="8896610" y="3"/>
                </a:moveTo>
                <a:lnTo>
                  <a:pt x="8895461" y="778910"/>
                </a:lnTo>
                <a:lnTo>
                  <a:pt x="8164991" y="835688"/>
                </a:lnTo>
                <a:lnTo>
                  <a:pt x="7980476" y="108185"/>
                </a:lnTo>
                <a:cubicBezTo>
                  <a:pt x="8280202" y="35899"/>
                  <a:pt x="8587856" y="-430"/>
                  <a:pt x="8896610" y="3"/>
                </a:cubicBezTo>
                <a:close/>
              </a:path>
            </a:pathLst>
          </a:custGeom>
          <a:ln w="3175" cmpd="dbl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DE3BB3-9796-45AA-9D6E-7F917CC83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39989C-8337-4B3F-BC9B-4028F92EC145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9A05F7-ACD8-41DF-A99A-935C2FE3F8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97EC0B2-C7E5-41C6-A8CD-603288C495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28" y="181300"/>
            <a:ext cx="1414922" cy="5063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2A86DF0-ECAC-49EF-9182-76FBE37BE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23" y="3070241"/>
            <a:ext cx="7089797" cy="417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2717F88D-E124-4436-BBC1-21A48113395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27472" y="1594730"/>
            <a:ext cx="3856190" cy="2973697"/>
          </a:xfrm>
          <a:custGeom>
            <a:avLst/>
            <a:gdLst>
              <a:gd name="connsiteX0" fmla="*/ 124294 w 3856190"/>
              <a:gd name="connsiteY0" fmla="*/ 2033053 h 2969920"/>
              <a:gd name="connsiteX1" fmla="*/ 3786679 w 3856190"/>
              <a:gd name="connsiteY1" fmla="*/ 2969920 h 2969920"/>
              <a:gd name="connsiteX2" fmla="*/ 0 w 3856190"/>
              <a:gd name="connsiteY2" fmla="*/ 2964858 h 2969920"/>
              <a:gd name="connsiteX3" fmla="*/ 124294 w 3856190"/>
              <a:gd name="connsiteY3" fmla="*/ 2033053 h 2969920"/>
              <a:gd name="connsiteX4" fmla="*/ 855953 w 3856190"/>
              <a:gd name="connsiteY4" fmla="*/ 543263 h 2969920"/>
              <a:gd name="connsiteX5" fmla="*/ 3786678 w 3856190"/>
              <a:gd name="connsiteY5" fmla="*/ 2924625 h 2969920"/>
              <a:gd name="connsiteX6" fmla="*/ 351129 w 3856190"/>
              <a:gd name="connsiteY6" fmla="*/ 1337234 h 2969920"/>
              <a:gd name="connsiteX7" fmla="*/ 855953 w 3856190"/>
              <a:gd name="connsiteY7" fmla="*/ 543263 h 2969920"/>
              <a:gd name="connsiteX8" fmla="*/ 2482018 w 3856190"/>
              <a:gd name="connsiteY8" fmla="*/ 111671 h 2969920"/>
              <a:gd name="connsiteX9" fmla="*/ 3815703 w 3856190"/>
              <a:gd name="connsiteY9" fmla="*/ 2905287 h 2969920"/>
              <a:gd name="connsiteX10" fmla="*/ 1547016 w 3856190"/>
              <a:gd name="connsiteY10" fmla="*/ 187653 h 2969920"/>
              <a:gd name="connsiteX11" fmla="*/ 3856190 w 3856190"/>
              <a:gd name="connsiteY11" fmla="*/ 0 h 2969920"/>
              <a:gd name="connsiteX12" fmla="*/ 3851862 w 3856190"/>
              <a:gd name="connsiteY12" fmla="*/ 2924626 h 2969920"/>
              <a:gd name="connsiteX13" fmla="*/ 3122886 w 3856190"/>
              <a:gd name="connsiteY13" fmla="*/ 59592 h 2969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856190" h="2969920">
                <a:moveTo>
                  <a:pt x="124294" y="2033053"/>
                </a:moveTo>
                <a:lnTo>
                  <a:pt x="3786679" y="2969920"/>
                </a:lnTo>
                <a:lnTo>
                  <a:pt x="0" y="2964858"/>
                </a:lnTo>
                <a:cubicBezTo>
                  <a:pt x="4120" y="2650715"/>
                  <a:pt x="45861" y="2337798"/>
                  <a:pt x="124294" y="2033053"/>
                </a:cubicBezTo>
                <a:close/>
                <a:moveTo>
                  <a:pt x="855953" y="543263"/>
                </a:moveTo>
                <a:lnTo>
                  <a:pt x="3786678" y="2924625"/>
                </a:lnTo>
                <a:lnTo>
                  <a:pt x="351129" y="1337234"/>
                </a:lnTo>
                <a:cubicBezTo>
                  <a:pt x="487022" y="1053767"/>
                  <a:pt x="656551" y="787138"/>
                  <a:pt x="855953" y="543263"/>
                </a:cubicBezTo>
                <a:close/>
                <a:moveTo>
                  <a:pt x="2482018" y="111671"/>
                </a:moveTo>
                <a:lnTo>
                  <a:pt x="3815703" y="2905287"/>
                </a:lnTo>
                <a:lnTo>
                  <a:pt x="1547016" y="187653"/>
                </a:lnTo>
                <a:close/>
                <a:moveTo>
                  <a:pt x="3856190" y="0"/>
                </a:moveTo>
                <a:lnTo>
                  <a:pt x="3851862" y="2924626"/>
                </a:lnTo>
                <a:lnTo>
                  <a:pt x="3122886" y="59592"/>
                </a:lnTo>
                <a:close/>
              </a:path>
            </a:pathLst>
          </a:custGeom>
          <a:solidFill>
            <a:srgbClr val="FF99FF"/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de-DE" dirty="0"/>
              <a:t>Fügen Sie auf der Masterfolie ein frei wählbares Bild ein.</a:t>
            </a:r>
          </a:p>
        </p:txBody>
      </p:sp>
    </p:spTree>
    <p:extLst>
      <p:ext uri="{BB962C8B-B14F-4D97-AF65-F5344CB8AC3E}">
        <p14:creationId xmlns:p14="http://schemas.microsoft.com/office/powerpoint/2010/main" val="1867810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437F4A59-C8F5-4EBA-A112-CAAD12954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27367F92-270F-406B-B841-5D4E74FCBCD8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627FF151-F8ED-4282-A8A7-F6D344953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B8BC8D9-C84B-4CCA-85C1-6EFF33C910D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3" name="Fußzeilenplatzhalter 13">
            <a:extLst>
              <a:ext uri="{FF2B5EF4-FFF2-40B4-BE49-F238E27FC236}">
                <a16:creationId xmlns:a16="http://schemas.microsoft.com/office/drawing/2014/main" id="{1C08F904-FC9D-424C-92EF-49B7A3F83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51289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70816C-9478-43E5-B23B-DDB198647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EEC2149-93D0-472B-8B15-886D3A523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6BDB946-D2CB-48AC-BD1B-C1350556D410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4E149A-793D-455F-A0B0-21E650712A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7D8311-744E-4659-9C3C-595ED427A2A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6212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CAD4DA-5272-449B-8CC8-2145DE9DD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48EAD7-6481-40FC-867E-7ADEB8EBC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1059516"/>
            <a:ext cx="8364156" cy="33451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B789BE60-4EFF-4455-AA0B-C32C64F1E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B7300820-224E-410F-B3E6-FB525C641AF6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306D2D8A-5BA2-4FA6-AE6A-692D7612A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7" name="Fußzeilenplatzhalter 13">
            <a:extLst>
              <a:ext uri="{FF2B5EF4-FFF2-40B4-BE49-F238E27FC236}">
                <a16:creationId xmlns:a16="http://schemas.microsoft.com/office/drawing/2014/main" id="{83ACF5E0-B18C-4A83-9724-1584ED1F54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45029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456570-6DE8-4D17-A168-130B31981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001" y="1059515"/>
            <a:ext cx="4102975" cy="47476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52" indent="0">
              <a:buNone/>
              <a:defRPr sz="2000" b="1"/>
            </a:lvl2pPr>
            <a:lvl3pPr marL="914103" indent="0">
              <a:buNone/>
              <a:defRPr sz="1799" b="1"/>
            </a:lvl3pPr>
            <a:lvl4pPr marL="1371155" indent="0">
              <a:buNone/>
              <a:defRPr sz="1600" b="1"/>
            </a:lvl4pPr>
            <a:lvl5pPr marL="1828206" indent="0">
              <a:buNone/>
              <a:defRPr sz="1600" b="1"/>
            </a:lvl5pPr>
            <a:lvl6pPr marL="2285257" indent="0">
              <a:buNone/>
              <a:defRPr sz="1600" b="1"/>
            </a:lvl6pPr>
            <a:lvl7pPr marL="2742308" indent="0">
              <a:buNone/>
              <a:defRPr sz="1600" b="1"/>
            </a:lvl7pPr>
            <a:lvl8pPr marL="3199360" indent="0">
              <a:buNone/>
              <a:defRPr sz="1600" b="1"/>
            </a:lvl8pPr>
            <a:lvl9pPr marL="3656411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3515A31-04C5-4927-858F-67F887E53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6001" y="1692324"/>
            <a:ext cx="4102975" cy="2712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494F21-D5D6-49C6-945B-591CB5812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059514"/>
            <a:ext cx="4118850" cy="474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52" indent="0">
              <a:buNone/>
              <a:defRPr sz="2000" b="1"/>
            </a:lvl2pPr>
            <a:lvl3pPr marL="914103" indent="0">
              <a:buNone/>
              <a:defRPr sz="1799" b="1"/>
            </a:lvl3pPr>
            <a:lvl4pPr marL="1371155" indent="0">
              <a:buNone/>
              <a:defRPr sz="1600" b="1"/>
            </a:lvl4pPr>
            <a:lvl5pPr marL="1828206" indent="0">
              <a:buNone/>
              <a:defRPr sz="1600" b="1"/>
            </a:lvl5pPr>
            <a:lvl6pPr marL="2285257" indent="0">
              <a:buNone/>
              <a:defRPr sz="1600" b="1"/>
            </a:lvl6pPr>
            <a:lvl7pPr marL="2742308" indent="0">
              <a:buNone/>
              <a:defRPr sz="1600" b="1"/>
            </a:lvl7pPr>
            <a:lvl8pPr marL="3199360" indent="0">
              <a:buNone/>
              <a:defRPr sz="1600" b="1"/>
            </a:lvl8pPr>
            <a:lvl9pPr marL="3656411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28675EC-3133-4FC5-A809-D27145BF8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692324"/>
            <a:ext cx="4125890" cy="2712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402D70F0-E412-4AC9-9543-D18FE6B32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1" y="296245"/>
            <a:ext cx="7089797" cy="417944"/>
          </a:xfrm>
        </p:spPr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D0DE459A-3232-40FA-8651-17B905B7B4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4E02FAB-04B9-4F69-92B2-0CE568277FC9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8" name="Foliennummernplatzhalter 5">
            <a:extLst>
              <a:ext uri="{FF2B5EF4-FFF2-40B4-BE49-F238E27FC236}">
                <a16:creationId xmlns:a16="http://schemas.microsoft.com/office/drawing/2014/main" id="{238DA1CF-229B-4FFC-8B6C-578DEF0ABC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9" name="Fußzeilenplatzhalter 13">
            <a:extLst>
              <a:ext uri="{FF2B5EF4-FFF2-40B4-BE49-F238E27FC236}">
                <a16:creationId xmlns:a16="http://schemas.microsoft.com/office/drawing/2014/main" id="{C4C72310-6FDA-4BBB-8855-96C57A7D26E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39869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574C4B-E11C-46E5-BDB5-577F10A58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244A6B-A55D-4ABB-B640-3219E4874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6000" y="1059516"/>
            <a:ext cx="4099800" cy="33451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8A30886-C5FA-4DAE-82AB-483BDC1CF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059516"/>
            <a:ext cx="4099800" cy="33451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1B113911-F6DA-4AE5-BB0E-C86898621E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97364081-8591-4681-B29B-3E882FC525CC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F88E6D73-AECF-4A49-B2EB-D1FBB19BC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6" name="Fußzeilenplatzhalter 13">
            <a:extLst>
              <a:ext uri="{FF2B5EF4-FFF2-40B4-BE49-F238E27FC236}">
                <a16:creationId xmlns:a16="http://schemas.microsoft.com/office/drawing/2014/main" id="{D31ABD97-9FF9-4C88-984E-69828498E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7401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DCCF71-516F-4E14-B4D6-48120733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FABE7AC-4CE6-4F51-93A7-91048FB208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5507" t="750" r="3196" b="241"/>
          <a:stretch/>
        </p:blipFill>
        <p:spPr>
          <a:xfrm rot="5400000">
            <a:off x="2905505" y="-1449990"/>
            <a:ext cx="3345148" cy="8364156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295BF949-B26C-4450-AE9B-695E358D6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AC08F54-256C-494F-BF8B-A2AC274543A3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D6750FB6-0E0D-4CE4-A206-10042DAF2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5" name="Fußzeilenplatzhalter 13">
            <a:extLst>
              <a:ext uri="{FF2B5EF4-FFF2-40B4-BE49-F238E27FC236}">
                <a16:creationId xmlns:a16="http://schemas.microsoft.com/office/drawing/2014/main" id="{1D5DF567-7E8C-4570-A00A-B2A77A29C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23884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0E5A66-52AD-4092-9885-F5CDB619E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1E1CCD7-CAB0-4619-89A8-94C2F301A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96000" y="1059516"/>
            <a:ext cx="8352000" cy="334514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F5835749-1C85-42B4-B1AE-36981219A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2199154D-DF3C-4A74-A20C-A8480B658BFE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499D9FF7-9552-4ED4-8FE9-B493E44BC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5" name="Fußzeilenplatzhalter 13">
            <a:extLst>
              <a:ext uri="{FF2B5EF4-FFF2-40B4-BE49-F238E27FC236}">
                <a16:creationId xmlns:a16="http://schemas.microsoft.com/office/drawing/2014/main" id="{5BB20AC0-20C2-4751-A2AE-9CFBA4860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0473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73B71AF-FCB4-4FA4-9345-34987E7A6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4639"/>
            <a:ext cx="1971675" cy="435927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07AA9B-F93E-4D77-A153-0E96CE737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4639"/>
            <a:ext cx="5762625" cy="43592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E4F7A5BC-CB46-47FC-98D8-A7ADD4065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1EFD8A8-BE2C-4630-9516-263089A3BFAD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CA498B78-FA30-4BF5-AC71-144FDE669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5" name="Fußzeilenplatzhalter 13">
            <a:extLst>
              <a:ext uri="{FF2B5EF4-FFF2-40B4-BE49-F238E27FC236}">
                <a16:creationId xmlns:a16="http://schemas.microsoft.com/office/drawing/2014/main" id="{5504F666-2757-41C1-83B1-F0703D87B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878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36F102D-FE96-49C7-A078-B2A6283BF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1" y="296245"/>
            <a:ext cx="7089797" cy="4179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50CE05-E907-4F1B-9D88-A9D7F6DF3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000" y="1059513"/>
            <a:ext cx="8351999" cy="334514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B8BB458-6C06-4B63-B072-D0297740E01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19" y="4687748"/>
            <a:ext cx="900907" cy="32218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6E6FF2C-1694-428A-B5E2-F22E20BD3E5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317" y="4693995"/>
            <a:ext cx="900364" cy="322189"/>
          </a:xfrm>
          <a:prstGeom prst="rect">
            <a:avLst/>
          </a:prstGeom>
        </p:spPr>
      </p:pic>
      <p:sp>
        <p:nvSpPr>
          <p:cNvPr id="17" name="Datumsplatzhalter 3">
            <a:extLst>
              <a:ext uri="{FF2B5EF4-FFF2-40B4-BE49-F238E27FC236}">
                <a16:creationId xmlns:a16="http://schemas.microsoft.com/office/drawing/2014/main" id="{66849EFB-36D1-4795-B54C-562877D37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2A0B2085-A16F-48E4-A967-9023A838406F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8" name="Foliennummernplatzhalter 5">
            <a:extLst>
              <a:ext uri="{FF2B5EF4-FFF2-40B4-BE49-F238E27FC236}">
                <a16:creationId xmlns:a16="http://schemas.microsoft.com/office/drawing/2014/main" id="{44B1BDD1-1DD3-4C5E-AC59-DC113A178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9" name="Fußzeilenplatzhalter 13">
            <a:extLst>
              <a:ext uri="{FF2B5EF4-FFF2-40B4-BE49-F238E27FC236}">
                <a16:creationId xmlns:a16="http://schemas.microsoft.com/office/drawing/2014/main" id="{3BC0448F-EA1D-4390-85CC-D3EB3EF578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B6DE9-DDA8-B0E2-50C8-F5A203E16D9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59668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63655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7" r:id="rId2"/>
    <p:sldLayoutId id="2147483722" r:id="rId3"/>
    <p:sldLayoutId id="2147483720" r:id="rId4"/>
    <p:sldLayoutId id="2147483721" r:id="rId5"/>
    <p:sldLayoutId id="2147483697" r:id="rId6"/>
    <p:sldLayoutId id="2147483700" r:id="rId7"/>
    <p:sldLayoutId id="2147483692" r:id="rId8"/>
    <p:sldLayoutId id="2147483695" r:id="rId9"/>
    <p:sldLayoutId id="2147483716" r:id="rId10"/>
    <p:sldLayoutId id="2147483696" r:id="rId11"/>
    <p:sldLayoutId id="2147483698" r:id="rId12"/>
    <p:sldLayoutId id="2147483699" r:id="rId13"/>
  </p:sldLayoutIdLst>
  <p:hf hdr="0"/>
  <p:txStyles>
    <p:titleStyle>
      <a:lvl1pPr algn="l" defTabSz="914103" rtl="0" eaLnBrk="1" latinLnBrk="0" hangingPunct="1">
        <a:lnSpc>
          <a:spcPct val="90000"/>
        </a:lnSpc>
        <a:spcBef>
          <a:spcPct val="0"/>
        </a:spcBef>
        <a:buNone/>
        <a:defRPr lang="de-DE" sz="2399" b="1" kern="1200" dirty="0" smtClean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26" indent="-228526" algn="l" defTabSz="914103" rtl="0" eaLnBrk="1" latinLnBrk="0" hangingPunct="1">
        <a:lnSpc>
          <a:spcPct val="90000"/>
        </a:lnSpc>
        <a:spcBef>
          <a:spcPts val="360"/>
        </a:spcBef>
        <a:buSzPct val="80000"/>
        <a:buFontTx/>
        <a:buBlip>
          <a:blip r:embed="rId17"/>
        </a:buBlip>
        <a:defRPr lang="de-DE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577" indent="-228526" algn="l" defTabSz="914103" rtl="0" eaLnBrk="1" latinLnBrk="0" hangingPunct="1">
        <a:lnSpc>
          <a:spcPct val="90000"/>
        </a:lnSpc>
        <a:spcBef>
          <a:spcPts val="360"/>
        </a:spcBef>
        <a:buSzPct val="80000"/>
        <a:buFontTx/>
        <a:buBlip>
          <a:blip r:embed="rId17"/>
        </a:buBlip>
        <a:defRPr lang="de-DE" sz="1799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629" indent="-228526" algn="l" defTabSz="914103" rtl="0" eaLnBrk="1" latinLnBrk="0" hangingPunct="1">
        <a:lnSpc>
          <a:spcPct val="90000"/>
        </a:lnSpc>
        <a:spcBef>
          <a:spcPts val="360"/>
        </a:spcBef>
        <a:buSzPct val="80000"/>
        <a:buFontTx/>
        <a:buBlip>
          <a:blip r:embed="rId17"/>
        </a:buBlip>
        <a:defRPr lang="de-DE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9680" indent="-228526" algn="l" defTabSz="914103" rtl="0" eaLnBrk="1" latinLnBrk="0" hangingPunct="1">
        <a:lnSpc>
          <a:spcPct val="90000"/>
        </a:lnSpc>
        <a:spcBef>
          <a:spcPts val="360"/>
        </a:spcBef>
        <a:buSzPct val="80000"/>
        <a:buFontTx/>
        <a:buBlip>
          <a:blip r:embed="rId17"/>
        </a:buBlip>
        <a:defRPr lang="de-DE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6731" indent="-228526" algn="l" defTabSz="914103" rtl="0" eaLnBrk="1" latinLnBrk="0" hangingPunct="1">
        <a:lnSpc>
          <a:spcPct val="90000"/>
        </a:lnSpc>
        <a:spcBef>
          <a:spcPts val="360"/>
        </a:spcBef>
        <a:buSzPct val="80000"/>
        <a:buFontTx/>
        <a:buBlip>
          <a:blip r:embed="rId17"/>
        </a:buBlip>
        <a:defRPr lang="en-US" sz="1199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783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834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886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7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52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03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5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6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7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8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360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411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36F102D-FE96-49C7-A078-B2A6283BF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1" y="296245"/>
            <a:ext cx="7089797" cy="4179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50CE05-E907-4F1B-9D88-A9D7F6DF3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000" y="1059513"/>
            <a:ext cx="8351999" cy="3345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B8BB458-6C06-4B63-B072-D0297740E01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19" y="4687748"/>
            <a:ext cx="900907" cy="32218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6E6FF2C-1694-428A-B5E2-F22E20BD3E5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317" y="4693995"/>
            <a:ext cx="900364" cy="322189"/>
          </a:xfrm>
          <a:prstGeom prst="rect">
            <a:avLst/>
          </a:prstGeom>
        </p:spPr>
      </p:pic>
      <p:sp>
        <p:nvSpPr>
          <p:cNvPr id="17" name="Datumsplatzhalter 3">
            <a:extLst>
              <a:ext uri="{FF2B5EF4-FFF2-40B4-BE49-F238E27FC236}">
                <a16:creationId xmlns:a16="http://schemas.microsoft.com/office/drawing/2014/main" id="{66849EFB-36D1-4795-B54C-562877D37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51729" y="4717502"/>
            <a:ext cx="788271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3CD3AEF-3D4F-4D92-A66C-D1ACDD8C0850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18" name="Foliennummernplatzhalter 5">
            <a:extLst>
              <a:ext uri="{FF2B5EF4-FFF2-40B4-BE49-F238E27FC236}">
                <a16:creationId xmlns:a16="http://schemas.microsoft.com/office/drawing/2014/main" id="{44B1BDD1-1DD3-4C5E-AC59-DC113A178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7598" y="4712318"/>
            <a:ext cx="473949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23DAB3-89BF-4980-89CA-7BF97B22868B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9" name="Fußzeilenplatzhalter 13">
            <a:extLst>
              <a:ext uri="{FF2B5EF4-FFF2-40B4-BE49-F238E27FC236}">
                <a16:creationId xmlns:a16="http://schemas.microsoft.com/office/drawing/2014/main" id="{3BC0448F-EA1D-4390-85CC-D3EB3EF578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10182" y="4712318"/>
            <a:ext cx="5410559" cy="267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/>
              <a:t>Prof. Mike Barth || Name 2 || Projekt || Anlass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AA99B5B-F16E-4333-BBDD-8878C1A0EE0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800" y="181945"/>
            <a:ext cx="558578" cy="4973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1317A4-982A-57F1-76F1-BB9DCCF4DED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59668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00184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18" r:id="rId2"/>
    <p:sldLayoutId id="2147483723" r:id="rId3"/>
    <p:sldLayoutId id="2147483726" r:id="rId4"/>
    <p:sldLayoutId id="2147483711" r:id="rId5"/>
    <p:sldLayoutId id="2147483705" r:id="rId6"/>
    <p:sldLayoutId id="2147483706" r:id="rId7"/>
    <p:sldLayoutId id="2147483715" r:id="rId8"/>
    <p:sldLayoutId id="2147483707" r:id="rId9"/>
    <p:sldLayoutId id="2147483710" r:id="rId10"/>
    <p:sldLayoutId id="2147483712" r:id="rId11"/>
    <p:sldLayoutId id="2147483713" r:id="rId12"/>
  </p:sldLayoutIdLst>
  <p:hf hdr="0"/>
  <p:txStyles>
    <p:titleStyle>
      <a:lvl1pPr algn="l" defTabSz="914103" rtl="0" eaLnBrk="1" latinLnBrk="0" hangingPunct="1">
        <a:lnSpc>
          <a:spcPct val="90000"/>
        </a:lnSpc>
        <a:spcBef>
          <a:spcPct val="0"/>
        </a:spcBef>
        <a:buNone/>
        <a:defRPr lang="de-DE" sz="2399" b="1" kern="1200" dirty="0" smtClean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26" indent="-228526" algn="l" defTabSz="914103" rtl="0" eaLnBrk="1" latinLnBrk="0" hangingPunct="1">
        <a:lnSpc>
          <a:spcPct val="90000"/>
        </a:lnSpc>
        <a:spcBef>
          <a:spcPts val="360"/>
        </a:spcBef>
        <a:buSzPct val="80000"/>
        <a:buFontTx/>
        <a:buBlip>
          <a:blip r:embed="rId17"/>
        </a:buBlip>
        <a:defRPr lang="de-DE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577" indent="-228526" algn="l" defTabSz="914103" rtl="0" eaLnBrk="1" latinLnBrk="0" hangingPunct="1">
        <a:lnSpc>
          <a:spcPct val="90000"/>
        </a:lnSpc>
        <a:spcBef>
          <a:spcPts val="360"/>
        </a:spcBef>
        <a:buSzPct val="80000"/>
        <a:buFontTx/>
        <a:buBlip>
          <a:blip r:embed="rId17"/>
        </a:buBlip>
        <a:defRPr lang="de-DE" sz="1799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629" indent="-228526" algn="l" defTabSz="914103" rtl="0" eaLnBrk="1" latinLnBrk="0" hangingPunct="1">
        <a:lnSpc>
          <a:spcPct val="90000"/>
        </a:lnSpc>
        <a:spcBef>
          <a:spcPts val="360"/>
        </a:spcBef>
        <a:buSzPct val="80000"/>
        <a:buFontTx/>
        <a:buBlip>
          <a:blip r:embed="rId17"/>
        </a:buBlip>
        <a:defRPr lang="de-DE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9680" indent="-228526" algn="l" defTabSz="914103" rtl="0" eaLnBrk="1" latinLnBrk="0" hangingPunct="1">
        <a:lnSpc>
          <a:spcPct val="90000"/>
        </a:lnSpc>
        <a:spcBef>
          <a:spcPts val="360"/>
        </a:spcBef>
        <a:buSzPct val="80000"/>
        <a:buFontTx/>
        <a:buBlip>
          <a:blip r:embed="rId17"/>
        </a:buBlip>
        <a:defRPr lang="de-DE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6731" indent="-228526" algn="l" defTabSz="914103" rtl="0" eaLnBrk="1" latinLnBrk="0" hangingPunct="1">
        <a:lnSpc>
          <a:spcPct val="90000"/>
        </a:lnSpc>
        <a:spcBef>
          <a:spcPts val="360"/>
        </a:spcBef>
        <a:buSzPct val="80000"/>
        <a:buFontTx/>
        <a:buBlip>
          <a:blip r:embed="rId17"/>
        </a:buBlip>
        <a:defRPr lang="en-US" sz="1199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783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834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886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7" indent="-228526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52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03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5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6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7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8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360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411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ildplatzhalter 12">
            <a:extLst>
              <a:ext uri="{FF2B5EF4-FFF2-40B4-BE49-F238E27FC236}">
                <a16:creationId xmlns:a16="http://schemas.microsoft.com/office/drawing/2014/main" id="{DE9F16B4-D734-49F8-BDB0-34334D39CD5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22" b="31722"/>
          <a:stretch/>
        </p:blipFill>
        <p:spPr/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47877E-51A3-4792-ADBC-58B8CB1D88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7309" y="1324220"/>
            <a:ext cx="8465345" cy="879414"/>
          </a:xfrm>
        </p:spPr>
        <p:txBody>
          <a:bodyPr>
            <a:normAutofit/>
          </a:bodyPr>
          <a:lstStyle/>
          <a:p>
            <a:r>
              <a:rPr lang="de-DE" altLang="de-DE" dirty="0"/>
              <a:t>EV Range Simulation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8271B4A-DBB5-4C12-80EA-4D913970EE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309" y="1807687"/>
            <a:ext cx="8608283" cy="50990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Enabling Efficient EV Battery Development Through Digital Twin Simulation</a:t>
            </a:r>
            <a:endParaRPr lang="de-DE" altLang="de-DE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79853F5-6F5D-4E8F-99D3-C384880862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7309" y="2266873"/>
            <a:ext cx="8465345" cy="509905"/>
          </a:xfrm>
        </p:spPr>
        <p:txBody>
          <a:bodyPr/>
          <a:lstStyle/>
          <a:p>
            <a:pPr algn="l"/>
            <a:r>
              <a:rPr lang="de-DE" dirty="0" err="1"/>
              <a:t>Džejlan</a:t>
            </a:r>
            <a:r>
              <a:rPr lang="de-DE" dirty="0"/>
              <a:t> </a:t>
            </a:r>
            <a:r>
              <a:rPr lang="de-DE" dirty="0" err="1"/>
              <a:t>Ždralović</a:t>
            </a:r>
            <a:r>
              <a:rPr lang="de-DE" dirty="0"/>
              <a:t>, Laurin Lack, Silke Redecker </a:t>
            </a:r>
          </a:p>
        </p:txBody>
      </p:sp>
    </p:spTree>
    <p:extLst>
      <p:ext uri="{BB962C8B-B14F-4D97-AF65-F5344CB8AC3E}">
        <p14:creationId xmlns:p14="http://schemas.microsoft.com/office/powerpoint/2010/main" val="479758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66774-DDCC-8001-78C7-0F68A51B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/>
              <a:t>System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5ABC6-4991-AF7E-0E51-B3F425E2FF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3DAB3-89BF-4980-89CA-7BF97B22868B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E5942-3CC2-C36B-7D92-03C910032E8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Prof. Mike Barth || 2026 || DTE || EV Ranger</a:t>
            </a:r>
          </a:p>
        </p:txBody>
      </p:sp>
      <p:pic>
        <p:nvPicPr>
          <p:cNvPr id="11" name="Grafik 10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326E6D4C-86A9-3566-E9FE-FA15230F74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50" y="820565"/>
            <a:ext cx="7512700" cy="3780194"/>
          </a:xfrm>
          <a:prstGeom prst="rect">
            <a:avLst/>
          </a:prstGeom>
        </p:spPr>
      </p:pic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77C098F-D9B1-6E4F-1096-1F69177AC319}"/>
              </a:ext>
            </a:extLst>
          </p:cNvPr>
          <p:cNvCxnSpPr/>
          <p:nvPr/>
        </p:nvCxnSpPr>
        <p:spPr>
          <a:xfrm flipH="1">
            <a:off x="815650" y="3952240"/>
            <a:ext cx="375635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B771F71-0530-17A0-19EB-58AEAE2735DE}"/>
              </a:ext>
            </a:extLst>
          </p:cNvPr>
          <p:cNvCxnSpPr/>
          <p:nvPr/>
        </p:nvCxnSpPr>
        <p:spPr>
          <a:xfrm>
            <a:off x="5821680" y="3952240"/>
            <a:ext cx="247904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E700AFF2-B9BA-5AA9-BC11-B0E48970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1729" y="4717502"/>
            <a:ext cx="788271" cy="267866"/>
          </a:xfrm>
        </p:spPr>
        <p:txBody>
          <a:bodyPr/>
          <a:lstStyle/>
          <a:p>
            <a:fld id="{BE7BB122-9C59-4D43-A3C4-192978D0BD6B}" type="datetime1">
              <a:rPr lang="de-DE" smtClean="0"/>
              <a:t>07.02.2026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30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479C5-A78A-D70A-D32E-3B86DAD07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299D3-2200-4BBD-B56A-F2B6AA60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/>
              <a:t>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5A6C92-23FB-EDBB-22E0-8D9F31A7B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BB122-9C59-4D43-A3C4-192978D0BD6B}" type="datetime1">
              <a:rPr lang="de-DE" smtClean="0"/>
              <a:t>07.02.2026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4EBF4-B36C-AEBF-2AEF-1044D691CB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3DAB3-89BF-4980-89CA-7BF97B22868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D307F-D6DA-7488-7721-6D462CD6BE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Prof. Mike Barth || 2026 || DTE || EV Ranger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EEF141-A8C4-CF47-C6AA-7384956F3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41" y="714189"/>
            <a:ext cx="3891692" cy="389831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3A96E7-EAC9-14DA-D2E2-D1A18BC06B83}"/>
              </a:ext>
            </a:extLst>
          </p:cNvPr>
          <p:cNvSpPr txBox="1">
            <a:spLocks/>
          </p:cNvSpPr>
          <p:nvPr/>
        </p:nvSpPr>
        <p:spPr>
          <a:xfrm>
            <a:off x="4908734" y="1040679"/>
            <a:ext cx="4167533" cy="334514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526" indent="-228526" algn="l" defTabSz="914103" rtl="0" eaLnBrk="1" latinLnBrk="0" hangingPunct="1">
              <a:lnSpc>
                <a:spcPct val="90000"/>
              </a:lnSpc>
              <a:spcBef>
                <a:spcPts val="360"/>
              </a:spcBef>
              <a:buSzPct val="80000"/>
              <a:buFontTx/>
              <a:buBlip>
                <a:blip r:embed="rId4"/>
              </a:buBlip>
              <a:defRPr lang="de-DE" sz="2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577" indent="-228526" algn="l" defTabSz="914103" rtl="0" eaLnBrk="1" latinLnBrk="0" hangingPunct="1">
              <a:lnSpc>
                <a:spcPct val="90000"/>
              </a:lnSpc>
              <a:spcBef>
                <a:spcPts val="360"/>
              </a:spcBef>
              <a:buSzPct val="80000"/>
              <a:buFontTx/>
              <a:buBlip>
                <a:blip r:embed="rId4"/>
              </a:buBlip>
              <a:defRPr lang="de-DE" sz="1799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629" indent="-228526" algn="l" defTabSz="914103" rtl="0" eaLnBrk="1" latinLnBrk="0" hangingPunct="1">
              <a:lnSpc>
                <a:spcPct val="90000"/>
              </a:lnSpc>
              <a:spcBef>
                <a:spcPts val="360"/>
              </a:spcBef>
              <a:buSzPct val="80000"/>
              <a:buFontTx/>
              <a:buBlip>
                <a:blip r:embed="rId4"/>
              </a:buBlip>
              <a:defRPr lang="de-DE" sz="1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9680" indent="-228526" algn="l" defTabSz="914103" rtl="0" eaLnBrk="1" latinLnBrk="0" hangingPunct="1">
              <a:lnSpc>
                <a:spcPct val="90000"/>
              </a:lnSpc>
              <a:spcBef>
                <a:spcPts val="360"/>
              </a:spcBef>
              <a:buSzPct val="80000"/>
              <a:buFontTx/>
              <a:buBlip>
                <a:blip r:embed="rId4"/>
              </a:buBlip>
              <a:defRPr lang="de-DE" sz="1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6731" indent="-228526" algn="l" defTabSz="914103" rtl="0" eaLnBrk="1" latinLnBrk="0" hangingPunct="1">
              <a:lnSpc>
                <a:spcPct val="90000"/>
              </a:lnSpc>
              <a:spcBef>
                <a:spcPts val="360"/>
              </a:spcBef>
              <a:buSzPct val="80000"/>
              <a:buFontTx/>
              <a:buBlip>
                <a:blip r:embed="rId4"/>
              </a:buBlip>
              <a:defRPr lang="en-US" sz="1199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3783" indent="-228526" algn="l" defTabSz="91410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834" indent="-228526" algn="l" defTabSz="91410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86" indent="-228526" algn="l" defTabSz="91410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7" indent="-228526" algn="l" defTabSz="91410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Library Components</a:t>
            </a:r>
          </a:p>
          <a:p>
            <a:pPr lvl="1"/>
            <a:r>
              <a:rPr lang="en-GB" dirty="0"/>
              <a:t>Battery</a:t>
            </a:r>
          </a:p>
          <a:p>
            <a:pPr lvl="2"/>
            <a:r>
              <a:rPr lang="en-GB" dirty="0"/>
              <a:t>3 default parametrisations </a:t>
            </a:r>
          </a:p>
          <a:p>
            <a:pPr lvl="3"/>
            <a:r>
              <a:rPr lang="en-GB" dirty="0"/>
              <a:t>NMC, Solid State, LFP</a:t>
            </a:r>
          </a:p>
          <a:p>
            <a:pPr lvl="1"/>
            <a:r>
              <a:rPr lang="en-GB" dirty="0"/>
              <a:t>Controller</a:t>
            </a:r>
          </a:p>
          <a:p>
            <a:pPr lvl="2"/>
            <a:r>
              <a:rPr lang="en-GB" dirty="0"/>
              <a:t>Constrained P-Controller</a:t>
            </a:r>
          </a:p>
          <a:p>
            <a:pPr lvl="1"/>
            <a:r>
              <a:rPr lang="en-GB" dirty="0"/>
              <a:t>Driver</a:t>
            </a:r>
          </a:p>
          <a:p>
            <a:pPr lvl="2"/>
            <a:r>
              <a:rPr lang="en-GB" dirty="0"/>
              <a:t>Normal, Speeding</a:t>
            </a:r>
          </a:p>
          <a:p>
            <a:pPr lvl="1"/>
            <a:r>
              <a:rPr lang="en-GB" dirty="0"/>
              <a:t>Environment</a:t>
            </a:r>
          </a:p>
          <a:p>
            <a:pPr lvl="2"/>
            <a:r>
              <a:rPr lang="en-GB" dirty="0"/>
              <a:t>Slope, Friction, Temperature</a:t>
            </a:r>
          </a:p>
          <a:p>
            <a:pPr lvl="1"/>
            <a:r>
              <a:rPr lang="en-GB" dirty="0"/>
              <a:t>Motor</a:t>
            </a:r>
          </a:p>
          <a:p>
            <a:pPr lvl="2"/>
            <a:r>
              <a:rPr lang="en-GB" dirty="0"/>
              <a:t>Brushless Lynch Type DC Motor</a:t>
            </a:r>
          </a:p>
          <a:p>
            <a:pPr lvl="1"/>
            <a:r>
              <a:rPr lang="en-GB" dirty="0"/>
              <a:t>Vehicle </a:t>
            </a:r>
          </a:p>
          <a:p>
            <a:pPr lvl="2"/>
            <a:r>
              <a:rPr lang="en-GB" dirty="0"/>
              <a:t>Longitudinal Dynamics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2934419"/>
      </p:ext>
    </p:extLst>
  </p:cSld>
  <p:clrMapOvr>
    <a:masterClrMapping/>
  </p:clrMapOvr>
</p:sld>
</file>

<file path=ppt/theme/theme1.xml><?xml version="1.0" encoding="utf-8"?>
<a:theme xmlns:a="http://schemas.openxmlformats.org/drawingml/2006/main" name="IRS-Folienmaster">
  <a:themeElements>
    <a:clrScheme name="KIT">
      <a:dk1>
        <a:sysClr val="windowText" lastClr="000000"/>
      </a:dk1>
      <a:lt1>
        <a:sysClr val="window" lastClr="FFFFFF"/>
      </a:lt1>
      <a:dk2>
        <a:srgbClr val="009682"/>
      </a:dk2>
      <a:lt2>
        <a:srgbClr val="D9D9D9"/>
      </a:lt2>
      <a:accent1>
        <a:srgbClr val="009682"/>
      </a:accent1>
      <a:accent2>
        <a:srgbClr val="4664AA"/>
      </a:accent2>
      <a:accent3>
        <a:srgbClr val="D9D9D9"/>
      </a:accent3>
      <a:accent4>
        <a:srgbClr val="4CB5A7"/>
      </a:accent4>
      <a:accent5>
        <a:srgbClr val="7D92C3"/>
      </a:accent5>
      <a:accent6>
        <a:srgbClr val="7FCAC0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RS-VSA-Folienmaster">
  <a:themeElements>
    <a:clrScheme name="KIT">
      <a:dk1>
        <a:sysClr val="windowText" lastClr="000000"/>
      </a:dk1>
      <a:lt1>
        <a:sysClr val="window" lastClr="FFFFFF"/>
      </a:lt1>
      <a:dk2>
        <a:srgbClr val="009682"/>
      </a:dk2>
      <a:lt2>
        <a:srgbClr val="D9D9D9"/>
      </a:lt2>
      <a:accent1>
        <a:srgbClr val="009682"/>
      </a:accent1>
      <a:accent2>
        <a:srgbClr val="4664AA"/>
      </a:accent2>
      <a:accent3>
        <a:srgbClr val="D9D9D9"/>
      </a:accent3>
      <a:accent4>
        <a:srgbClr val="4CB5A7"/>
      </a:accent4>
      <a:accent5>
        <a:srgbClr val="7D92C3"/>
      </a:accent5>
      <a:accent6>
        <a:srgbClr val="7FCAC0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41940E3263B0F43AAB675E4990AAEDE" ma:contentTypeVersion="2" ma:contentTypeDescription="Ein neues Dokument erstellen." ma:contentTypeScope="" ma:versionID="fff9d4229d5ceec42a9dca512b798c9c">
  <xsd:schema xmlns:xsd="http://www.w3.org/2001/XMLSchema" xmlns:xs="http://www.w3.org/2001/XMLSchema" xmlns:p="http://schemas.microsoft.com/office/2006/metadata/properties" xmlns:ns2="2fb36c0a-2fd6-4f10-b3ce-29eb93ba117e" targetNamespace="http://schemas.microsoft.com/office/2006/metadata/properties" ma:root="true" ma:fieldsID="9c1c40380bcb45c02c9a390174f20dac" ns2:_="">
    <xsd:import namespace="2fb36c0a-2fd6-4f10-b3ce-29eb93ba11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b36c0a-2fd6-4f10-b3ce-29eb93ba11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AD1E9E-875E-491B-8AE2-310396B0D8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3BB10A-C073-40D4-8FBF-26E8712FB3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b36c0a-2fd6-4f10-b3ce-29eb93ba11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1c9b508-7c6e-42bd-bedf-808292653d6c}" enabled="1" method="Standard" siteId="{2882be50-2012-4d88-ac86-544124e120c8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85</Words>
  <Application>Microsoft Office PowerPoint</Application>
  <PresentationFormat>Benutzerdefiniert</PresentationFormat>
  <Paragraphs>27</Paragraphs>
  <Slides>3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IRS-Folienmaster</vt:lpstr>
      <vt:lpstr>IRS-VSA-Folienmaster</vt:lpstr>
      <vt:lpstr>PowerPoint-Präsentation</vt:lpstr>
      <vt:lpstr>System Overview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Julian Schneider</dc:creator>
  <cp:lastModifiedBy>Lack, Laurin</cp:lastModifiedBy>
  <cp:revision>328</cp:revision>
  <dcterms:created xsi:type="dcterms:W3CDTF">2017-12-07T14:50:50Z</dcterms:created>
  <dcterms:modified xsi:type="dcterms:W3CDTF">2026-02-07T17:15:38Z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IRS-Folienmaster:5\IRS-VSA-Folienmaster:5</vt:lpwstr>
  </property>
  <property fmtid="{D5CDD505-2E9C-101B-9397-08002B2CF9AE}" pid="3" name="ClassificationContentMarkingFooterText">
    <vt:lpwstr>INTERNAL</vt:lpwstr>
  </property>
</Properties>
</file>