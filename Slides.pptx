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3"/>
    <p:sldMasterId id="2147483702" r:id="rId4"/>
  </p:sldMasterIdLst>
  <p:notesMasterIdLst>
    <p:notesMasterId r:id="rId12"/>
  </p:notesMasterIdLst>
  <p:sldIdLst>
    <p:sldId id="256" r:id="rId5"/>
    <p:sldId id="257" r:id="rId6"/>
    <p:sldId id="265" r:id="rId7"/>
    <p:sldId id="266" r:id="rId8"/>
    <p:sldId id="267" r:id="rId9"/>
    <p:sldId id="258" r:id="rId10"/>
    <p:sldId id="264" r:id="rId11"/>
  </p:sldIdLst>
  <p:sldSz cx="9144000" cy="5145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55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348B"/>
    <a:srgbClr val="F56F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7" autoAdjust="0"/>
    <p:restoredTop sz="88964" autoAdjust="0"/>
  </p:normalViewPr>
  <p:slideViewPr>
    <p:cSldViewPr snapToGrid="0">
      <p:cViewPr>
        <p:scale>
          <a:sx n="75" d="100"/>
          <a:sy n="75" d="100"/>
        </p:scale>
        <p:origin x="1120" y="160"/>
      </p:cViewPr>
      <p:guideLst>
        <p:guide orient="horz" pos="1620"/>
        <p:guide pos="5516"/>
      </p:guideLst>
    </p:cSldViewPr>
  </p:slideViewPr>
  <p:outlineViewPr>
    <p:cViewPr>
      <p:scale>
        <a:sx n="33" d="100"/>
        <a:sy n="33" d="100"/>
      </p:scale>
      <p:origin x="0" y="-21964"/>
    </p:cViewPr>
  </p:outlineViewPr>
  <p:notesTextViewPr>
    <p:cViewPr>
      <p:scale>
        <a:sx n="75" d="100"/>
        <a:sy n="7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4948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F02CA-77CB-4E54-B712-21E588799EE8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3F729A-0AF0-4995-B32B-9504BC6896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079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6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5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36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20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0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3998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27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F729A-0AF0-4995-B32B-9504BC68960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254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8465345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7"/>
            <a:ext cx="1687433" cy="603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15221" y="311118"/>
            <a:ext cx="1687433" cy="603471"/>
          </a:xfrm>
          <a:prstGeom prst="rect">
            <a:avLst/>
          </a:prstGeom>
        </p:spPr>
      </p:pic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4D0E2127-6BBA-40E9-A1D2-C92FD8F403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7958761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093DF1E-B8F1-42C9-B833-3E34B4EBF48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1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3EDC8-52DD-4780-83D3-7E91351A7EA8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886981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22727"/>
            <a:ext cx="9157930" cy="4317684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19BA1B7-32B7-4C1C-B915-6EB270642BF1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165007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313F20B-96D9-45BB-B1CA-45E0AB0166B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BAE2CF08-9653-4C8A-8129-BA9D1840BAB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98694" y="1711679"/>
            <a:ext cx="2906067" cy="2882756"/>
          </a:xfrm>
          <a:custGeom>
            <a:avLst/>
            <a:gdLst>
              <a:gd name="connsiteX0" fmla="*/ 93640 w 2906067"/>
              <a:gd name="connsiteY0" fmla="*/ 2174691 h 2882756"/>
              <a:gd name="connsiteX1" fmla="*/ 2852757 w 2906067"/>
              <a:gd name="connsiteY1" fmla="*/ 2882756 h 2882756"/>
              <a:gd name="connsiteX2" fmla="*/ 0 w 2906067"/>
              <a:gd name="connsiteY2" fmla="*/ 2878930 h 2882756"/>
              <a:gd name="connsiteX3" fmla="*/ 93640 w 2906067"/>
              <a:gd name="connsiteY3" fmla="*/ 2174691 h 2882756"/>
              <a:gd name="connsiteX4" fmla="*/ 644847 w 2906067"/>
              <a:gd name="connsiteY4" fmla="*/ 1048740 h 2882756"/>
              <a:gd name="connsiteX5" fmla="*/ 2852757 w 2906067"/>
              <a:gd name="connsiteY5" fmla="*/ 2848523 h 2882756"/>
              <a:gd name="connsiteX6" fmla="*/ 264530 w 2906067"/>
              <a:gd name="connsiteY6" fmla="*/ 1648806 h 2882756"/>
              <a:gd name="connsiteX7" fmla="*/ 644847 w 2906067"/>
              <a:gd name="connsiteY7" fmla="*/ 1048740 h 2882756"/>
              <a:gd name="connsiteX8" fmla="*/ 1650596 w 2906067"/>
              <a:gd name="connsiteY8" fmla="*/ 261779 h 2882756"/>
              <a:gd name="connsiteX9" fmla="*/ 2874624 w 2906067"/>
              <a:gd name="connsiteY9" fmla="*/ 2833907 h 2882756"/>
              <a:gd name="connsiteX10" fmla="*/ 1049879 w 2906067"/>
              <a:gd name="connsiteY10" fmla="*/ 641067 h 2882756"/>
              <a:gd name="connsiteX11" fmla="*/ 1650596 w 2906067"/>
              <a:gd name="connsiteY11" fmla="*/ 261779 h 2882756"/>
              <a:gd name="connsiteX12" fmla="*/ 2906067 w 2906067"/>
              <a:gd name="connsiteY12" fmla="*/ 3 h 2882756"/>
              <a:gd name="connsiteX13" fmla="*/ 2901865 w 2906067"/>
              <a:gd name="connsiteY13" fmla="*/ 2848523 h 2882756"/>
              <a:gd name="connsiteX14" fmla="*/ 2200533 w 2906067"/>
              <a:gd name="connsiteY14" fmla="*/ 83316 h 2882756"/>
              <a:gd name="connsiteX15" fmla="*/ 2906067 w 2906067"/>
              <a:gd name="connsiteY15" fmla="*/ 3 h 288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06067" h="2882756">
                <a:moveTo>
                  <a:pt x="93640" y="2174691"/>
                </a:moveTo>
                <a:lnTo>
                  <a:pt x="2852757" y="2882756"/>
                </a:lnTo>
                <a:lnTo>
                  <a:pt x="0" y="2878930"/>
                </a:lnTo>
                <a:cubicBezTo>
                  <a:pt x="3104" y="2641507"/>
                  <a:pt x="34551" y="2405012"/>
                  <a:pt x="93640" y="2174691"/>
                </a:cubicBezTo>
                <a:close/>
                <a:moveTo>
                  <a:pt x="644847" y="1048740"/>
                </a:moveTo>
                <a:lnTo>
                  <a:pt x="2852757" y="2848523"/>
                </a:lnTo>
                <a:lnTo>
                  <a:pt x="264530" y="1648806"/>
                </a:lnTo>
                <a:cubicBezTo>
                  <a:pt x="366907" y="1434568"/>
                  <a:pt x="494624" y="1233055"/>
                  <a:pt x="644847" y="1048740"/>
                </a:cubicBezTo>
                <a:close/>
                <a:moveTo>
                  <a:pt x="1650596" y="261779"/>
                </a:moveTo>
                <a:lnTo>
                  <a:pt x="2874624" y="2833907"/>
                </a:lnTo>
                <a:lnTo>
                  <a:pt x="1049879" y="641067"/>
                </a:lnTo>
                <a:cubicBezTo>
                  <a:pt x="1234165" y="491341"/>
                  <a:pt x="1435896" y="363971"/>
                  <a:pt x="1650596" y="261779"/>
                </a:cubicBezTo>
                <a:close/>
                <a:moveTo>
                  <a:pt x="2906067" y="3"/>
                </a:moveTo>
                <a:lnTo>
                  <a:pt x="2901865" y="2848523"/>
                </a:lnTo>
                <a:lnTo>
                  <a:pt x="2200533" y="83316"/>
                </a:lnTo>
                <a:cubicBezTo>
                  <a:pt x="2431358" y="27646"/>
                  <a:pt x="2668289" y="-331"/>
                  <a:pt x="2906067" y="3"/>
                </a:cubicBezTo>
                <a:close/>
              </a:path>
            </a:pathLst>
          </a:custGeom>
          <a:solidFill>
            <a:srgbClr val="FF99FF"/>
          </a:solidFill>
          <a:ln w="3175">
            <a:solidFill>
              <a:schemeClr val="tx2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848577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4A66A9B-F14E-44D7-B7C5-4A294262C4A7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669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093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15AAC00-8E0C-4B1B-A4AF-A1DA63AE6355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3243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7094862-1133-48DF-A855-D609FEB942D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3097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57FD1C5-5482-48CC-8E60-E26FD7B6F77D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922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AD860F7-2B1B-4995-8166-327E72A984C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801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B09DECB-67D6-48BF-893A-F98964382BB9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0181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F8AC57F5-FED6-46DF-8487-CAF45E5F710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9014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6777866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8"/>
            <a:ext cx="1224791" cy="43828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7863" y="337772"/>
            <a:ext cx="1224791" cy="43801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2F35D0FD-691D-4E14-9B58-0E6CB4C5168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55664" y="1158465"/>
            <a:ext cx="864009" cy="769271"/>
          </a:xfrm>
          <a:prstGeom prst="rect">
            <a:avLst/>
          </a:prstGeom>
        </p:spPr>
      </p:pic>
      <p:sp>
        <p:nvSpPr>
          <p:cNvPr id="10" name="Textplatzhalter 25">
            <a:extLst>
              <a:ext uri="{FF2B5EF4-FFF2-40B4-BE49-F238E27FC236}">
                <a16:creationId xmlns:a16="http://schemas.microsoft.com/office/drawing/2014/main" id="{0015C059-56A9-4629-A665-CCB24A7D7D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sp>
        <p:nvSpPr>
          <p:cNvPr id="11" name="Textplatzhalter 25">
            <a:extLst>
              <a:ext uri="{FF2B5EF4-FFF2-40B4-BE49-F238E27FC236}">
                <a16:creationId xmlns:a16="http://schemas.microsoft.com/office/drawing/2014/main" id="{00892CB0-DF3C-4572-B566-EA3D98B77B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3312841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85913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AABD3F-4165-4346-AB92-84034D4E481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584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058CAD-93E9-4B3F-918F-B1DA315C574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136629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12800"/>
            <a:ext cx="9157930" cy="4327611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39989C-8337-4B3F-BC9B-4028F92EC145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867810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7367F92-270F-406B-B841-5D4E74FCBCD8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B8BC8D9-C84B-4CCA-85C1-6EFF33C910D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51289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6BDB946-D2CB-48AC-BD1B-C1350556D41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621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7300820-224E-410F-B3E6-FB525C641AF6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5029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4E02FAB-04B9-4F69-92B2-0CE568277FC9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9869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7364081-8591-4681-B29B-3E882FC525CC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740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4AC08F54-256C-494F-BF8B-A2AC274543A3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23884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199154D-DF3C-4A74-A20C-A8480B658BFE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0473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1EFD8A8-BE2C-4630-9516-263089A3BFAD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878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A0B2085-A16F-48E4-A967-9023A838406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B6DE9-DDA8-B0E2-50C8-F5A203E16D9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3655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7" r:id="rId2"/>
    <p:sldLayoutId id="2147483722" r:id="rId3"/>
    <p:sldLayoutId id="2147483720" r:id="rId4"/>
    <p:sldLayoutId id="2147483721" r:id="rId5"/>
    <p:sldLayoutId id="2147483697" r:id="rId6"/>
    <p:sldLayoutId id="2147483700" r:id="rId7"/>
    <p:sldLayoutId id="2147483692" r:id="rId8"/>
    <p:sldLayoutId id="2147483695" r:id="rId9"/>
    <p:sldLayoutId id="2147483716" r:id="rId10"/>
    <p:sldLayoutId id="2147483696" r:id="rId11"/>
    <p:sldLayoutId id="2147483698" r:id="rId12"/>
    <p:sldLayoutId id="2147483699" r:id="rId13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3CD3AEF-3D4F-4D92-A66C-D1ACDD8C085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AA99B5B-F16E-4333-BBDD-8878C1A0EE0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00" y="181945"/>
            <a:ext cx="558578" cy="4973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1317A4-982A-57F1-76F1-BB9DCCF4DED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000184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18" r:id="rId2"/>
    <p:sldLayoutId id="2147483723" r:id="rId3"/>
    <p:sldLayoutId id="2147483726" r:id="rId4"/>
    <p:sldLayoutId id="2147483711" r:id="rId5"/>
    <p:sldLayoutId id="2147483705" r:id="rId6"/>
    <p:sldLayoutId id="2147483706" r:id="rId7"/>
    <p:sldLayoutId id="2147483715" r:id="rId8"/>
    <p:sldLayoutId id="2147483707" r:id="rId9"/>
    <p:sldLayoutId id="2147483710" r:id="rId10"/>
    <p:sldLayoutId id="2147483712" r:id="rId11"/>
    <p:sldLayoutId id="2147483713" r:id="rId12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DE9F16B4-D734-49F8-BDB0-34334D39CD5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2" b="31722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47877E-51A3-4792-ADBC-58B8CB1D88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7309" y="1324220"/>
            <a:ext cx="8465345" cy="879414"/>
          </a:xfrm>
        </p:spPr>
        <p:txBody>
          <a:bodyPr>
            <a:normAutofit/>
          </a:bodyPr>
          <a:lstStyle/>
          <a:p>
            <a:r>
              <a:rPr lang="de-DE" altLang="de-DE" dirty="0"/>
              <a:t>EV Range Simulation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271B4A-DBB5-4C12-80EA-4D913970EE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09" y="1807687"/>
            <a:ext cx="8608283" cy="50990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Enabling Efficient EV Battery Development Through Digital Twin Simulation</a:t>
            </a:r>
            <a:endParaRPr lang="de-DE" altLang="de-DE" dirty="0"/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9853F5-6F5D-4E8F-99D3-C384880862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Prof. Dr.-Ing. Mike Barth</a:t>
            </a:r>
          </a:p>
          <a:p>
            <a:r>
              <a:rPr lang="de-DE" dirty="0"/>
              <a:t>01.01.1970 </a:t>
            </a:r>
          </a:p>
        </p:txBody>
      </p:sp>
    </p:spTree>
    <p:extLst>
      <p:ext uri="{BB962C8B-B14F-4D97-AF65-F5344CB8AC3E}">
        <p14:creationId xmlns:p14="http://schemas.microsoft.com/office/powerpoint/2010/main" val="479758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0CA48F-B839-46B8-BB66-17EC4D15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Hallo Welt!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9ABBF3-17C2-4AE4-AEF8-E12E30592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A274E-F0BE-4B67-AC97-B4B8554759F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DE1C5C-3DFE-47BD-B2C9-87E06C36AC2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BA3602-8616-9892-ABE7-FB8F48EE25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53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66774-DDCC-8001-78C7-0F68A51BC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System Overview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F64A0A-6DF2-5229-E89D-EA8F2A353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en-US" noProof="0" smtClean="0"/>
              <a:t>2/4/2026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5ABC6-4991-AF7E-0E51-B3F425E2FF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E5942-3CC2-C36B-7D92-03C910032E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Prof. Mike Barth || Name 2 || Projekt || </a:t>
            </a:r>
            <a:r>
              <a:rPr lang="en-US" noProof="0" dirty="0" err="1"/>
              <a:t>Anlass</a:t>
            </a:r>
            <a:endParaRPr lang="en-US" noProof="0" dirty="0"/>
          </a:p>
        </p:txBody>
      </p:sp>
      <p:pic>
        <p:nvPicPr>
          <p:cNvPr id="11" name="Grafik 10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26E6D4C-86A9-3566-E9FE-FA15230F7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50" y="820565"/>
            <a:ext cx="7512700" cy="3780194"/>
          </a:xfrm>
          <a:prstGeom prst="rect">
            <a:avLst/>
          </a:prstGeom>
        </p:spPr>
      </p:pic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77C098F-D9B1-6E4F-1096-1F69177AC319}"/>
              </a:ext>
            </a:extLst>
          </p:cNvPr>
          <p:cNvCxnSpPr/>
          <p:nvPr/>
        </p:nvCxnSpPr>
        <p:spPr>
          <a:xfrm flipH="1">
            <a:off x="815650" y="3952240"/>
            <a:ext cx="375635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1B771F71-0530-17A0-19EB-58AEAE2735DE}"/>
              </a:ext>
            </a:extLst>
          </p:cNvPr>
          <p:cNvCxnSpPr/>
          <p:nvPr/>
        </p:nvCxnSpPr>
        <p:spPr>
          <a:xfrm>
            <a:off x="5821680" y="3952240"/>
            <a:ext cx="247904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30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479C5-A78A-D70A-D32E-3B86DAD07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9D3-2200-4BBD-B56A-F2B6AA6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Example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5A6C92-23FB-EDBB-22E0-8D9F31A7B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4EBF4-B36C-AEBF-2AEF-1044D691CB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307F-D6DA-7488-7721-6D462CD6BE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EF141-A8C4-CF47-C6AA-7384956F3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41" y="714189"/>
            <a:ext cx="3891692" cy="389831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3A96E7-EAC9-14DA-D2E2-D1A18BC06B83}"/>
              </a:ext>
            </a:extLst>
          </p:cNvPr>
          <p:cNvSpPr txBox="1">
            <a:spLocks/>
          </p:cNvSpPr>
          <p:nvPr/>
        </p:nvSpPr>
        <p:spPr>
          <a:xfrm>
            <a:off x="4908734" y="1040679"/>
            <a:ext cx="4167533" cy="334514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526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577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799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629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599680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6731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en-US" sz="1199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3783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834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86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937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Library Components</a:t>
            </a:r>
          </a:p>
          <a:p>
            <a:pPr lvl="1"/>
            <a:r>
              <a:rPr lang="en-GB" dirty="0"/>
              <a:t>Battery</a:t>
            </a:r>
          </a:p>
          <a:p>
            <a:pPr lvl="2"/>
            <a:r>
              <a:rPr lang="en-GB" dirty="0"/>
              <a:t>3 default parametrisations </a:t>
            </a:r>
          </a:p>
          <a:p>
            <a:pPr lvl="3"/>
            <a:r>
              <a:rPr lang="en-GB" dirty="0"/>
              <a:t>NMC, Solid State, LFP</a:t>
            </a:r>
          </a:p>
          <a:p>
            <a:pPr lvl="1"/>
            <a:r>
              <a:rPr lang="en-GB" dirty="0"/>
              <a:t>Controller</a:t>
            </a:r>
          </a:p>
          <a:p>
            <a:pPr lvl="2"/>
            <a:r>
              <a:rPr lang="en-GB" dirty="0"/>
              <a:t>Constrained P-Controller</a:t>
            </a:r>
          </a:p>
          <a:p>
            <a:pPr lvl="1"/>
            <a:r>
              <a:rPr lang="en-GB" dirty="0"/>
              <a:t>Driver</a:t>
            </a:r>
          </a:p>
          <a:p>
            <a:pPr lvl="2"/>
            <a:r>
              <a:rPr lang="en-GB" dirty="0"/>
              <a:t>Normal, Speeding</a:t>
            </a:r>
          </a:p>
          <a:p>
            <a:pPr lvl="1"/>
            <a:r>
              <a:rPr lang="en-GB" dirty="0"/>
              <a:t>Environment</a:t>
            </a:r>
          </a:p>
          <a:p>
            <a:pPr lvl="2"/>
            <a:r>
              <a:rPr lang="en-GB" dirty="0"/>
              <a:t>Slope, Friction, Temperature</a:t>
            </a:r>
          </a:p>
          <a:p>
            <a:pPr lvl="1"/>
            <a:r>
              <a:rPr lang="en-GB" dirty="0"/>
              <a:t>Motor</a:t>
            </a:r>
          </a:p>
          <a:p>
            <a:pPr lvl="2"/>
            <a:r>
              <a:rPr lang="en-GB" dirty="0"/>
              <a:t>Brushless Lynch Type DC Motor</a:t>
            </a:r>
          </a:p>
          <a:p>
            <a:pPr lvl="1"/>
            <a:r>
              <a:rPr lang="en-GB" dirty="0"/>
              <a:t>Vehicle </a:t>
            </a:r>
          </a:p>
          <a:p>
            <a:pPr lvl="2"/>
            <a:r>
              <a:rPr lang="en-GB" dirty="0"/>
              <a:t>Longitudinal Dynamics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2934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B8A8-9BBB-5379-4A77-26F2F825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8FA5-0229-D479-3EEC-BED9ED7C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1206EA-80AF-32DF-CA14-4D642DDFC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F814B-9775-5018-E4EB-3F6CF07ED1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2F356-76EB-0C91-669E-E9B2F5BAE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980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B5D3CB-6510-44A0-84D2-209A80377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DC742-D542-4506-9A5C-170FBD41552E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135BF22-49C8-4D9B-A370-898A8944D19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AFE7FDB-5156-41E6-91B8-8270A9DF4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-Element</a:t>
            </a:r>
          </a:p>
        </p:txBody>
      </p:sp>
    </p:spTree>
    <p:extLst>
      <p:ext uri="{BB962C8B-B14F-4D97-AF65-F5344CB8AC3E}">
        <p14:creationId xmlns:p14="http://schemas.microsoft.com/office/powerpoint/2010/main" val="3713459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8704F78-2723-48E4-8376-1DECD2A2B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D61FB-E7E0-4047-8BC2-59DD85EC03C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F7A115-BCF9-4D69-9A58-CB8D335EA68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813AECEE-6316-4ED6-B60F-E843566B1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 mit Bild </a:t>
            </a:r>
            <a:br>
              <a:rPr lang="de-DE" dirty="0"/>
            </a:br>
            <a:r>
              <a:rPr lang="de-DE" dirty="0"/>
              <a:t>KIT Form verschnitten</a:t>
            </a: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FAF19F99-036D-4B48-9BB7-7D6CB83586C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8" t="1923" r="4780" b="34685"/>
          <a:stretch/>
        </p:blipFill>
        <p:spPr>
          <a:xfrm>
            <a:off x="5027472" y="1594731"/>
            <a:ext cx="3856190" cy="2969920"/>
          </a:xfrm>
        </p:spPr>
      </p:pic>
    </p:spTree>
    <p:extLst>
      <p:ext uri="{BB962C8B-B14F-4D97-AF65-F5344CB8AC3E}">
        <p14:creationId xmlns:p14="http://schemas.microsoft.com/office/powerpoint/2010/main" val="716341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RS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RS-VSA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1940E3263B0F43AAB675E4990AAEDE" ma:contentTypeVersion="2" ma:contentTypeDescription="Ein neues Dokument erstellen." ma:contentTypeScope="" ma:versionID="fff9d4229d5ceec42a9dca512b798c9c">
  <xsd:schema xmlns:xsd="http://www.w3.org/2001/XMLSchema" xmlns:xs="http://www.w3.org/2001/XMLSchema" xmlns:p="http://schemas.microsoft.com/office/2006/metadata/properties" xmlns:ns2="2fb36c0a-2fd6-4f10-b3ce-29eb93ba117e" targetNamespace="http://schemas.microsoft.com/office/2006/metadata/properties" ma:root="true" ma:fieldsID="9c1c40380bcb45c02c9a390174f20dac" ns2:_="">
    <xsd:import namespace="2fb36c0a-2fd6-4f10-b3ce-29eb93ba11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b36c0a-2fd6-4f10-b3ce-29eb93ba11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3BB10A-C073-40D4-8FBF-26E8712FB3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b36c0a-2fd6-4f10-b3ce-29eb93ba11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9AD1E9E-875E-491B-8AE2-310396B0D8E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</Words>
  <Application>Microsoft Office PowerPoint</Application>
  <PresentationFormat>Benutzerdefiniert</PresentationFormat>
  <Paragraphs>41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Calibri</vt:lpstr>
      <vt:lpstr>IRS-Folienmaster</vt:lpstr>
      <vt:lpstr>IRS-VSA-Folienmaster</vt:lpstr>
      <vt:lpstr>PowerPoint-Präsentation</vt:lpstr>
      <vt:lpstr>Hallo Welt!</vt:lpstr>
      <vt:lpstr>System Overview</vt:lpstr>
      <vt:lpstr>Example</vt:lpstr>
      <vt:lpstr>L</vt:lpstr>
      <vt:lpstr>Trenner-Element</vt:lpstr>
      <vt:lpstr>Trenner mit Bild  KIT Form verschnitten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Julian Schneider</dc:creator>
  <cp:lastModifiedBy>Lack, Laurin</cp:lastModifiedBy>
  <cp:revision>324</cp:revision>
  <dcterms:created xsi:type="dcterms:W3CDTF">2017-12-07T14:50:50Z</dcterms:created>
  <dcterms:modified xsi:type="dcterms:W3CDTF">2026-02-04T16:59:30Z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IRS-Folienmaster:5\IRS-VSA-Folienmaster:5</vt:lpwstr>
  </property>
  <property fmtid="{D5CDD505-2E9C-101B-9397-08002B2CF9AE}" pid="3" name="ClassificationContentMarkingFooterText">
    <vt:lpwstr>INTERNAL</vt:lpwstr>
  </property>
</Properties>
</file>